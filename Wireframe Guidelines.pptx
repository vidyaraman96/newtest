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93482" r:id="rId4"/>
    <p:sldMasterId id="2147493480" r:id="rId5"/>
    <p:sldMasterId id="2147493455" r:id="rId6"/>
    <p:sldMasterId id="2147493521" r:id="rId7"/>
    <p:sldMasterId id="2147493600" r:id="rId8"/>
  </p:sldMasterIdLst>
  <p:notesMasterIdLst>
    <p:notesMasterId r:id="rId19"/>
  </p:notesMasterIdLst>
  <p:handoutMasterIdLst>
    <p:handoutMasterId r:id="rId20"/>
  </p:handoutMasterIdLst>
  <p:sldIdLst>
    <p:sldId id="507" r:id="rId9"/>
    <p:sldId id="589" r:id="rId10"/>
    <p:sldId id="590" r:id="rId11"/>
    <p:sldId id="591" r:id="rId12"/>
    <p:sldId id="592" r:id="rId13"/>
    <p:sldId id="593" r:id="rId14"/>
    <p:sldId id="594" r:id="rId15"/>
    <p:sldId id="595" r:id="rId16"/>
    <p:sldId id="596" r:id="rId17"/>
    <p:sldId id="587" r:id="rId18"/>
  </p:sldIdLst>
  <p:sldSz cx="12192000" cy="6858000"/>
  <p:notesSz cx="7023100" cy="93091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3172">
          <p15:clr>
            <a:srgbClr val="A4A3A4"/>
          </p15:clr>
        </p15:guide>
        <p15:guide id="2" pos="3840">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ngey, David" initials="DD" lastIdx="2" clrIdx="0">
    <p:extLst/>
  </p:cmAuthor>
  <p:cmAuthor id="2" name="Dungey, David" initials="DD [2]"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7F7F7F"/>
    <a:srgbClr val="A7D971"/>
    <a:srgbClr val="595959"/>
    <a:srgbClr val="E71D1D"/>
    <a:srgbClr val="EB2819"/>
    <a:srgbClr val="E420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344D84-9AFB-497E-A393-DC336BA19D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88"/>
    <p:restoredTop sz="93855"/>
  </p:normalViewPr>
  <p:slideViewPr>
    <p:cSldViewPr snapToGrid="0">
      <p:cViewPr>
        <p:scale>
          <a:sx n="126" d="100"/>
          <a:sy n="126" d="100"/>
        </p:scale>
        <p:origin x="5080" y="1760"/>
      </p:cViewPr>
      <p:guideLst>
        <p:guide orient="horz" pos="3172"/>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0" d="100"/>
          <a:sy n="50" d="100"/>
        </p:scale>
        <p:origin x="-2784" y="-108"/>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sz="quarter"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C9EB080D-8358-9C4A-BF6C-85EBED410712}" type="datetimeFigureOut">
              <a:rPr lang="en-US" altLang="en-US"/>
              <a:pPr/>
              <a:t>7/11/2018</a:t>
            </a:fld>
            <a:endParaRPr lang="en-US" altLang="en-US"/>
          </a:p>
        </p:txBody>
      </p:sp>
      <p:sp>
        <p:nvSpPr>
          <p:cNvPr id="4" name="Footer Placeholder 3"/>
          <p:cNvSpPr>
            <a:spLocks noGrp="1"/>
          </p:cNvSpPr>
          <p:nvPr>
            <p:ph type="ftr" sz="quarter" idx="2"/>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E5CF15CF-47E5-6A48-B866-FAA1ADE5BE97}" type="slidenum">
              <a:rPr lang="en-US" altLang="en-US"/>
              <a:pPr/>
              <a:t>‹#›</a:t>
            </a:fld>
            <a:endParaRPr lang="en-US" altLang="en-US"/>
          </a:p>
        </p:txBody>
      </p:sp>
    </p:spTree>
    <p:extLst>
      <p:ext uri="{BB962C8B-B14F-4D97-AF65-F5344CB8AC3E}">
        <p14:creationId xmlns:p14="http://schemas.microsoft.com/office/powerpoint/2010/main" val="14172978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5138"/>
          </a:xfrm>
          <a:prstGeom prst="rect">
            <a:avLst/>
          </a:prstGeom>
        </p:spPr>
        <p:txBody>
          <a:bodyPr vert="horz" lIns="93324" tIns="46662" rIns="93324" bIns="46662" rtlCol="0"/>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idx="1"/>
          </p:nvPr>
        </p:nvSpPr>
        <p:spPr>
          <a:xfrm>
            <a:off x="3978275" y="0"/>
            <a:ext cx="3043238" cy="465138"/>
          </a:xfrm>
          <a:prstGeom prst="rect">
            <a:avLst/>
          </a:prstGeom>
        </p:spPr>
        <p:txBody>
          <a:bodyPr vert="horz" wrap="square" lIns="93324" tIns="46662" rIns="93324" bIns="46662" numCol="1" anchor="t" anchorCtr="0" compatLnSpc="1">
            <a:prstTxWarp prst="textNoShape">
              <a:avLst/>
            </a:prstTxWarp>
          </a:bodyPr>
          <a:lstStyle>
            <a:lvl1pPr algn="r">
              <a:defRPr sz="1200"/>
            </a:lvl1pPr>
          </a:lstStyle>
          <a:p>
            <a:fld id="{A45F9174-45C6-974E-B1D1-976677190D1F}" type="datetimeFigureOut">
              <a:rPr lang="en-US" altLang="en-US"/>
              <a:pPr/>
              <a:t>7/11/2018</a:t>
            </a:fld>
            <a:endParaRPr lang="en-US" altLang="en-US"/>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pPr lvl="0"/>
            <a:endParaRPr lang="en-US" noProof="0" dirty="0"/>
          </a:p>
        </p:txBody>
      </p:sp>
      <p:sp>
        <p:nvSpPr>
          <p:cNvPr id="5" name="Notes Placeholder 4"/>
          <p:cNvSpPr>
            <a:spLocks noGrp="1"/>
          </p:cNvSpPr>
          <p:nvPr>
            <p:ph type="body" sz="quarter" idx="3"/>
          </p:nvPr>
        </p:nvSpPr>
        <p:spPr>
          <a:xfrm>
            <a:off x="701675" y="4421188"/>
            <a:ext cx="5619750" cy="4189412"/>
          </a:xfrm>
          <a:prstGeom prst="rect">
            <a:avLst/>
          </a:prstGeom>
        </p:spPr>
        <p:txBody>
          <a:bodyPr vert="horz" lIns="93324" tIns="46662" rIns="93324" bIns="46662"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842375"/>
            <a:ext cx="3043238" cy="465138"/>
          </a:xfrm>
          <a:prstGeom prst="rect">
            <a:avLst/>
          </a:prstGeom>
        </p:spPr>
        <p:txBody>
          <a:bodyPr vert="horz" lIns="93324" tIns="46662" rIns="93324" bIns="46662" rtlCol="0" anchor="b"/>
          <a:lstStyle>
            <a:lvl1pPr algn="l" eaLnBrk="1" fontAlgn="auto" hangingPunct="1">
              <a:spcBef>
                <a:spcPts val="0"/>
              </a:spcBef>
              <a:spcAft>
                <a:spcPts val="0"/>
              </a:spcAft>
              <a:defRPr sz="1200">
                <a:latin typeface="Arial"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8275" y="8842375"/>
            <a:ext cx="3043238" cy="465138"/>
          </a:xfrm>
          <a:prstGeom prst="rect">
            <a:avLst/>
          </a:prstGeom>
        </p:spPr>
        <p:txBody>
          <a:bodyPr vert="horz" wrap="square" lIns="93324" tIns="46662" rIns="93324" bIns="46662" numCol="1" anchor="b" anchorCtr="0" compatLnSpc="1">
            <a:prstTxWarp prst="textNoShape">
              <a:avLst/>
            </a:prstTxWarp>
          </a:bodyPr>
          <a:lstStyle>
            <a:lvl1pPr algn="r">
              <a:defRPr sz="1200"/>
            </a:lvl1pPr>
          </a:lstStyle>
          <a:p>
            <a:fld id="{13E644BB-4AA9-6C46-86D0-5ECC59FDEAC6}" type="slidenum">
              <a:rPr lang="en-US" altLang="en-US"/>
              <a:pPr/>
              <a:t>‹#›</a:t>
            </a:fld>
            <a:endParaRPr lang="en-US" altLang="en-US"/>
          </a:p>
        </p:txBody>
      </p:sp>
    </p:spTree>
    <p:extLst>
      <p:ext uri="{BB962C8B-B14F-4D97-AF65-F5344CB8AC3E}">
        <p14:creationId xmlns:p14="http://schemas.microsoft.com/office/powerpoint/2010/main" val="1315509100"/>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E644BB-4AA9-6C46-86D0-5ECC59FDEAC6}" type="slidenum">
              <a:rPr lang="en-US" altLang="en-US" smtClean="0"/>
              <a:pPr/>
              <a:t>0</a:t>
            </a:fld>
            <a:endParaRPr lang="en-US" altLang="en-US"/>
          </a:p>
        </p:txBody>
      </p:sp>
    </p:spTree>
    <p:extLst>
      <p:ext uri="{BB962C8B-B14F-4D97-AF65-F5344CB8AC3E}">
        <p14:creationId xmlns:p14="http://schemas.microsoft.com/office/powerpoint/2010/main" val="1728074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42263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4"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0" name="Text Placeholder 17"/>
          <p:cNvSpPr>
            <a:spLocks noGrp="1"/>
          </p:cNvSpPr>
          <p:nvPr>
            <p:ph type="body" sz="quarter" idx="12"/>
          </p:nvPr>
        </p:nvSpPr>
        <p:spPr>
          <a:xfrm>
            <a:off x="2864788" y="5960263"/>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1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1"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30751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686105" y="357810"/>
            <a:ext cx="10669812" cy="498610"/>
          </a:xfrm>
          <a:prstGeom prst="rect">
            <a:avLst/>
          </a:prstGeom>
        </p:spPr>
        <p:txBody>
          <a:bodyPr/>
          <a:lstStyle>
            <a:lvl1pPr>
              <a:defRPr baseline="0">
                <a:solidFill>
                  <a:schemeClr val="tx1"/>
                </a:solidFill>
              </a:defRPr>
            </a:lvl1pPr>
          </a:lstStyle>
          <a:p>
            <a:r>
              <a:rPr lang="en-US"/>
              <a:t>Click to edit Master title style</a:t>
            </a:r>
            <a:endParaRPr lang="en-US" dirty="0"/>
          </a:p>
        </p:txBody>
      </p:sp>
      <p:sp>
        <p:nvSpPr>
          <p:cNvPr id="4" name="Slide Number Placeholder 5"/>
          <p:cNvSpPr>
            <a:spLocks noGrp="1"/>
          </p:cNvSpPr>
          <p:nvPr>
            <p:ph type="sldNum" sz="quarter" idx="11"/>
          </p:nvPr>
        </p:nvSpPr>
        <p:spPr>
          <a:xfrm>
            <a:off x="11645901" y="-28574"/>
            <a:ext cx="675217" cy="504825"/>
          </a:xfrm>
          <a:prstGeom prst="rect">
            <a:avLst/>
          </a:prstGeom>
        </p:spPr>
        <p:txBody>
          <a:bodyPr/>
          <a:lstStyle>
            <a:lvl1pPr>
              <a:defRPr/>
            </a:lvl1pPr>
          </a:lstStyle>
          <a:p>
            <a:pPr>
              <a:defRPr/>
            </a:pPr>
            <a:fld id="{C9814D0C-58DA-754D-96DF-668AE432F1BF}" type="slidenum">
              <a:rPr lang="en-US"/>
              <a:pPr>
                <a:defRPr/>
              </a:pPr>
              <a:t>‹#›</a:t>
            </a:fld>
            <a:endParaRPr lang="en-US" dirty="0"/>
          </a:p>
        </p:txBody>
      </p:sp>
      <p:sp>
        <p:nvSpPr>
          <p:cNvPr id="5" name="Content Placeholder 4"/>
          <p:cNvSpPr>
            <a:spLocks noGrp="1"/>
          </p:cNvSpPr>
          <p:nvPr>
            <p:ph sz="quarter" idx="12"/>
          </p:nvPr>
        </p:nvSpPr>
        <p:spPr>
          <a:xfrm>
            <a:off x="686104" y="1005840"/>
            <a:ext cx="10669813" cy="5308600"/>
          </a:xfrm>
          <a:prstGeom prst="rect">
            <a:avLst/>
          </a:prstGeom>
        </p:spPr>
        <p:txBody>
          <a:bodyPr/>
          <a:lstStyle>
            <a:lvl4pPr marL="1600200" indent="-228600">
              <a:buClr>
                <a:schemeClr val="accent2"/>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2"/>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0799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187570" y="508436"/>
            <a:ext cx="12004431" cy="571500"/>
          </a:xfrm>
          <a:prstGeom prst="rect">
            <a:avLst/>
          </a:prstGeom>
        </p:spPr>
        <p:txBody>
          <a:bodyPr/>
          <a:lstStyle>
            <a:lvl1pPr algn="l">
              <a:defRPr sz="2800" b="1">
                <a:latin typeface="Arial"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a:lstStyle>
            <a:lvl1pPr marL="173038" indent="-173038">
              <a:buClr>
                <a:srgbClr val="F83124"/>
              </a:buClr>
              <a:defRPr lang="en-US" sz="1800" kern="0" dirty="0" smtClean="0">
                <a:solidFill>
                  <a:srgbClr val="000000"/>
                </a:solidFill>
                <a:latin typeface="Arial" pitchFamily="34" charset="0"/>
                <a:ea typeface="+mn-ea"/>
                <a:cs typeface="Arial" pitchFamily="34" charset="0"/>
              </a:defRPr>
            </a:lvl1pPr>
            <a:lvl2pPr marL="568325" indent="-222250">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lvl="1"/>
            <a:r>
              <a:rPr lang="en-US" dirty="0"/>
              <a:t>Third level</a:t>
            </a:r>
          </a:p>
        </p:txBody>
      </p:sp>
      <p:sp>
        <p:nvSpPr>
          <p:cNvPr id="16" name="Text Placeholder 15"/>
          <p:cNvSpPr>
            <a:spLocks noGrp="1"/>
          </p:cNvSpPr>
          <p:nvPr>
            <p:ph type="body" sz="quarter" idx="11"/>
          </p:nvPr>
        </p:nvSpPr>
        <p:spPr>
          <a:xfrm>
            <a:off x="468923" y="1219200"/>
            <a:ext cx="11347939" cy="381000"/>
          </a:xfrm>
          <a:prstGeom prst="rect">
            <a:avLst/>
          </a:prstGeom>
        </p:spPr>
        <p:txBody>
          <a:bodyPr/>
          <a:lstStyle>
            <a:lvl1pPr>
              <a:buNone/>
              <a:defRPr sz="1800" b="1">
                <a:latin typeface="Arial" pitchFamily="34" charset="0"/>
                <a:cs typeface="Arial" pitchFamily="34" charset="0"/>
              </a:defRPr>
            </a:lvl1pPr>
          </a:lstStyle>
          <a:p>
            <a:pPr lvl="0"/>
            <a:r>
              <a:rPr lang="en-US"/>
              <a:t>Click to edit Master text styles</a:t>
            </a:r>
          </a:p>
        </p:txBody>
      </p:sp>
      <p:sp>
        <p:nvSpPr>
          <p:cNvPr id="17" name="Text Placeholder 5"/>
          <p:cNvSpPr>
            <a:spLocks noGrp="1"/>
          </p:cNvSpPr>
          <p:nvPr>
            <p:ph type="body" sz="quarter" idx="12"/>
          </p:nvPr>
        </p:nvSpPr>
        <p:spPr>
          <a:xfrm>
            <a:off x="0" y="6019800"/>
            <a:ext cx="12192000" cy="457200"/>
          </a:xfrm>
          <a:prstGeom prst="rect">
            <a:avLst/>
          </a:prstGeom>
          <a:solidFill>
            <a:srgbClr val="F83124"/>
          </a:solidFill>
        </p:spPr>
        <p:txBody>
          <a:bodyPr/>
          <a:lstStyle>
            <a:lvl1pPr marL="0" indent="0" algn="ctr">
              <a:buNone/>
              <a:defRPr sz="2000" b="1" i="1" baseline="0">
                <a:solidFill>
                  <a:schemeClr val="bg1"/>
                </a:solidFill>
                <a:latin typeface="Arial Black"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5378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a:prstGeom prst="rect">
            <a:avLst/>
          </a:prstGeom>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a:xfrm>
            <a:off x="11645900" y="0"/>
            <a:ext cx="674688" cy="504825"/>
          </a:xfrm>
          <a:prstGeom prst="rect">
            <a:avLst/>
          </a:prstGeom>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314097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2370" y="350520"/>
            <a:ext cx="12004431" cy="571500"/>
          </a:xfrm>
          <a:prstGeom prst="rect">
            <a:avLst/>
          </a:prstGeom>
        </p:spPr>
        <p:txBody>
          <a:bodyPr lIns="91429" tIns="45715" rIns="91429" bIns="45715"/>
          <a:lstStyle>
            <a:lvl1pPr algn="l">
              <a:defRPr sz="2600" b="1" spc="-150">
                <a:solidFill>
                  <a:schemeClr val="bg1"/>
                </a:solidFill>
                <a:latin typeface="Arial Black" panose="020B0A04020102020204" pitchFamily="34" charset="0"/>
                <a:cs typeface="Arial" pitchFamily="34" charset="0"/>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346302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70" y="357810"/>
            <a:ext cx="10507948" cy="498610"/>
          </a:xfrm>
        </p:spPr>
        <p:txBody>
          <a:bodyPr/>
          <a:lstStyle>
            <a:lvl1pPr>
              <a:defRPr baseline="0">
                <a:solidFill>
                  <a:schemeClr val="tx1"/>
                </a:solidFill>
              </a:defRPr>
            </a:lvl1pPr>
          </a:lstStyle>
          <a:p>
            <a:r>
              <a:rPr lang="en-US"/>
              <a:t>Click to edit Master title style</a:t>
            </a:r>
            <a:endParaRPr lang="en-US" dirty="0"/>
          </a:p>
        </p:txBody>
      </p:sp>
      <p:sp>
        <p:nvSpPr>
          <p:cNvPr id="5" name="Content Placeholder 4"/>
          <p:cNvSpPr>
            <a:spLocks noGrp="1"/>
          </p:cNvSpPr>
          <p:nvPr>
            <p:ph sz="quarter" idx="12"/>
          </p:nvPr>
        </p:nvSpPr>
        <p:spPr>
          <a:xfrm>
            <a:off x="714568" y="1005840"/>
            <a:ext cx="10507947" cy="5308600"/>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3"/>
          </p:nvPr>
        </p:nvSpPr>
        <p:spPr/>
        <p:txBody>
          <a:bodyPr/>
          <a:lstStyle>
            <a:lvl1pPr>
              <a:defRPr/>
            </a:lvl1pPr>
          </a:lstStyle>
          <a:p>
            <a:fld id="{FC1E5D37-8D63-EA40-A83B-B2B3144548F4}" type="slidenum">
              <a:rPr lang="en-US" altLang="en-US"/>
              <a:pPr/>
              <a:t>‹#›</a:t>
            </a:fld>
            <a:endParaRPr lang="en-US" altLang="en-US"/>
          </a:p>
        </p:txBody>
      </p:sp>
    </p:spTree>
    <p:extLst>
      <p:ext uri="{BB962C8B-B14F-4D97-AF65-F5344CB8AC3E}">
        <p14:creationId xmlns:p14="http://schemas.microsoft.com/office/powerpoint/2010/main" val="76450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13" name="Title 1"/>
          <p:cNvSpPr>
            <a:spLocks noGrp="1"/>
          </p:cNvSpPr>
          <p:nvPr>
            <p:ph type="title"/>
          </p:nvPr>
        </p:nvSpPr>
        <p:spPr>
          <a:xfrm>
            <a:off x="714572" y="357810"/>
            <a:ext cx="10499919" cy="498610"/>
          </a:xfrm>
        </p:spPr>
        <p:txBody>
          <a:bodyPr/>
          <a:lstStyle/>
          <a:p>
            <a:r>
              <a:rPr lang="en-US"/>
              <a:t>Click to edit Master title style</a:t>
            </a:r>
            <a:endParaRPr lang="en-US" dirty="0"/>
          </a:p>
        </p:txBody>
      </p:sp>
      <p:sp>
        <p:nvSpPr>
          <p:cNvPr id="7" name="Content Placeholder 4"/>
          <p:cNvSpPr>
            <a:spLocks noGrp="1"/>
          </p:cNvSpPr>
          <p:nvPr>
            <p:ph sz="quarter" idx="12"/>
          </p:nvPr>
        </p:nvSpPr>
        <p:spPr>
          <a:xfrm>
            <a:off x="714793" y="1005840"/>
            <a:ext cx="5160304" cy="5308600"/>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4"/>
          <p:cNvSpPr>
            <a:spLocks noGrp="1"/>
          </p:cNvSpPr>
          <p:nvPr>
            <p:ph sz="quarter" idx="15"/>
          </p:nvPr>
        </p:nvSpPr>
        <p:spPr>
          <a:xfrm>
            <a:off x="6150445" y="1005840"/>
            <a:ext cx="5064040" cy="5308600"/>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6"/>
          </p:nvPr>
        </p:nvSpPr>
        <p:spPr/>
        <p:txBody>
          <a:bodyPr/>
          <a:lstStyle>
            <a:lvl1pPr>
              <a:defRPr/>
            </a:lvl1pPr>
          </a:lstStyle>
          <a:p>
            <a:fld id="{F9179EA4-3974-BE44-BAEC-75AB08C74F5E}" type="slidenum">
              <a:rPr lang="en-US" altLang="en-US"/>
              <a:pPr/>
              <a:t>‹#›</a:t>
            </a:fld>
            <a:endParaRPr lang="en-US" altLang="en-US"/>
          </a:p>
        </p:txBody>
      </p:sp>
    </p:spTree>
    <p:extLst>
      <p:ext uri="{BB962C8B-B14F-4D97-AF65-F5344CB8AC3E}">
        <p14:creationId xmlns:p14="http://schemas.microsoft.com/office/powerpoint/2010/main" val="158090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8" name="Straight Connector 7"/>
          <p:cNvCxnSpPr/>
          <p:nvPr userDrawn="1"/>
        </p:nvCxnSpPr>
        <p:spPr bwMode="auto">
          <a:xfrm>
            <a:off x="6008688" y="996950"/>
            <a:ext cx="0" cy="5334000"/>
          </a:xfrm>
          <a:prstGeom prst="line">
            <a:avLst/>
          </a:prstGeom>
          <a:noFill/>
          <a:ln w="9525" cap="flat" cmpd="sng" algn="ctr">
            <a:solidFill>
              <a:schemeClr val="accent3"/>
            </a:solidFill>
            <a:prstDash val="solid"/>
            <a:round/>
            <a:headEnd type="none" w="med" len="med"/>
            <a:tailEnd type="none" w="med" len="med"/>
          </a:ln>
          <a:effectLst/>
          <a:extLst/>
        </p:spPr>
      </p:cxnSp>
      <p:sp>
        <p:nvSpPr>
          <p:cNvPr id="9" name="TextBox 10"/>
          <p:cNvSpPr txBox="1">
            <a:spLocks noChangeArrowheads="1"/>
          </p:cNvSpPr>
          <p:nvPr userDrawn="1"/>
        </p:nvSpPr>
        <p:spPr bwMode="auto">
          <a:xfrm>
            <a:off x="1666875" y="6804025"/>
            <a:ext cx="1841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endParaRPr lang="en-US" sz="1800"/>
          </a:p>
        </p:txBody>
      </p:sp>
      <p:sp>
        <p:nvSpPr>
          <p:cNvPr id="20" name="Title 1"/>
          <p:cNvSpPr>
            <a:spLocks noGrp="1"/>
          </p:cNvSpPr>
          <p:nvPr>
            <p:ph type="title"/>
          </p:nvPr>
        </p:nvSpPr>
        <p:spPr>
          <a:xfrm>
            <a:off x="714250" y="364798"/>
            <a:ext cx="10531033" cy="512064"/>
          </a:xfrm>
        </p:spPr>
        <p:txBody>
          <a:bodyPr/>
          <a:lstStyle/>
          <a:p>
            <a:r>
              <a:rPr lang="en-US"/>
              <a:t>Click to edit Master title style</a:t>
            </a:r>
            <a:endParaRPr lang="en-US" dirty="0"/>
          </a:p>
        </p:txBody>
      </p:sp>
      <p:sp>
        <p:nvSpPr>
          <p:cNvPr id="10" name="Content Placeholder 4"/>
          <p:cNvSpPr>
            <a:spLocks noGrp="1"/>
          </p:cNvSpPr>
          <p:nvPr>
            <p:ph sz="quarter" idx="12"/>
          </p:nvPr>
        </p:nvSpPr>
        <p:spPr>
          <a:xfrm>
            <a:off x="714241" y="1005841"/>
            <a:ext cx="5172339"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4"/>
          <p:cNvSpPr>
            <a:spLocks noGrp="1"/>
          </p:cNvSpPr>
          <p:nvPr>
            <p:ph sz="quarter" idx="15"/>
          </p:nvPr>
        </p:nvSpPr>
        <p:spPr>
          <a:xfrm>
            <a:off x="6134785"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22"/>
          </p:nvPr>
        </p:nvSpPr>
        <p:spPr>
          <a:xfrm>
            <a:off x="714241" y="3796581"/>
            <a:ext cx="5172339"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4"/>
          <p:cNvSpPr>
            <a:spLocks noGrp="1"/>
          </p:cNvSpPr>
          <p:nvPr>
            <p:ph sz="quarter" idx="23"/>
          </p:nvPr>
        </p:nvSpPr>
        <p:spPr>
          <a:xfrm>
            <a:off x="6134785" y="3796581"/>
            <a:ext cx="5110491" cy="25342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p:cNvSpPr>
            <a:spLocks noGrp="1"/>
          </p:cNvSpPr>
          <p:nvPr>
            <p:ph type="sldNum" sz="quarter" idx="24"/>
          </p:nvPr>
        </p:nvSpPr>
        <p:spPr/>
        <p:txBody>
          <a:bodyPr/>
          <a:lstStyle>
            <a:lvl1pPr>
              <a:defRPr/>
            </a:lvl1pPr>
          </a:lstStyle>
          <a:p>
            <a:fld id="{EE4036DE-DE71-014C-968C-F6EEF5D1CA36}" type="slidenum">
              <a:rPr lang="en-US" altLang="en-US"/>
              <a:pPr/>
              <a:t>‹#›</a:t>
            </a:fld>
            <a:endParaRPr lang="en-US" altLang="en-US"/>
          </a:p>
        </p:txBody>
      </p:sp>
    </p:spTree>
    <p:extLst>
      <p:ext uri="{BB962C8B-B14F-4D97-AF65-F5344CB8AC3E}">
        <p14:creationId xmlns:p14="http://schemas.microsoft.com/office/powerpoint/2010/main" val="1522989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92"/>
            <a:ext cx="10523336" cy="498475"/>
          </a:xfrm>
        </p:spPr>
        <p:txBody>
          <a:bodyPr/>
          <a:lstStyle>
            <a:lvl1pPr>
              <a:defRPr sz="2800" b="0" i="0">
                <a:latin typeface="Honeywell Sans Medium" charset="0"/>
                <a:ea typeface="Honeywell Sans Medium" charset="0"/>
                <a:cs typeface="Honeywell Sans Medium" charset="0"/>
              </a:defRPr>
            </a:lvl1pPr>
          </a:lstStyle>
          <a:p>
            <a:r>
              <a:rPr lang="en-US"/>
              <a:t>Click to edit Master title style</a:t>
            </a:r>
            <a:endParaRPr lang="en-US" dirty="0"/>
          </a:p>
        </p:txBody>
      </p:sp>
      <p:sp>
        <p:nvSpPr>
          <p:cNvPr id="3" name="Slide Number Placeholder 5"/>
          <p:cNvSpPr>
            <a:spLocks noGrp="1"/>
          </p:cNvSpPr>
          <p:nvPr>
            <p:ph type="sldNum" sz="quarter" idx="10"/>
          </p:nvPr>
        </p:nvSpPr>
        <p:spPr/>
        <p:txBody>
          <a:bodyPr/>
          <a:lstStyle>
            <a:lvl1pPr>
              <a:defRPr/>
            </a:lvl1pPr>
          </a:lstStyle>
          <a:p>
            <a:fld id="{7CBA9B0B-FAEF-6F4E-AA9D-4763F23C33FB}" type="slidenum">
              <a:rPr lang="en-US" altLang="en-US"/>
              <a:pPr/>
              <a:t>‹#›</a:t>
            </a:fld>
            <a:endParaRPr lang="en-US" altLang="en-US"/>
          </a:p>
        </p:txBody>
      </p:sp>
    </p:spTree>
    <p:extLst>
      <p:ext uri="{BB962C8B-B14F-4D97-AF65-F5344CB8AC3E}">
        <p14:creationId xmlns:p14="http://schemas.microsoft.com/office/powerpoint/2010/main" val="561562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267345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ullet Slide">
    <p:spTree>
      <p:nvGrpSpPr>
        <p:cNvPr id="1" name=""/>
        <p:cNvGrpSpPr/>
        <p:nvPr/>
      </p:nvGrpSpPr>
      <p:grpSpPr>
        <a:xfrm>
          <a:off x="0" y="0"/>
          <a:ext cx="0" cy="0"/>
          <a:chOff x="0" y="0"/>
          <a:chExt cx="0" cy="0"/>
        </a:xfrm>
      </p:grpSpPr>
      <p:sp>
        <p:nvSpPr>
          <p:cNvPr id="2" name="Title 1"/>
          <p:cNvSpPr>
            <a:spLocks noGrp="1"/>
          </p:cNvSpPr>
          <p:nvPr>
            <p:ph type="title"/>
          </p:nvPr>
        </p:nvSpPr>
        <p:spPr>
          <a:xfrm>
            <a:off x="492370" y="304800"/>
            <a:ext cx="12004431" cy="571500"/>
          </a:xfrm>
          <a:prstGeom prst="rect">
            <a:avLst/>
          </a:prstGeom>
        </p:spPr>
        <p:txBody>
          <a:bodyPr lIns="91429" tIns="45715" rIns="91429" bIns="45715"/>
          <a:lstStyle>
            <a:lvl1pPr algn="l">
              <a:defRPr sz="2600" b="1">
                <a:solidFill>
                  <a:schemeClr val="bg1"/>
                </a:solidFill>
                <a:latin typeface="Arial Black" panose="020B0A04020102020204" pitchFamily="34" charset="0"/>
                <a:cs typeface="Arial" pitchFamily="34" charset="0"/>
              </a:defRPr>
            </a:lvl1pPr>
          </a:lstStyle>
          <a:p>
            <a:r>
              <a:rPr lang="en-US" dirty="0"/>
              <a:t>Click to edit Master title style</a:t>
            </a:r>
          </a:p>
        </p:txBody>
      </p:sp>
      <p:sp>
        <p:nvSpPr>
          <p:cNvPr id="12" name="Text Placeholder 10"/>
          <p:cNvSpPr>
            <a:spLocks noGrp="1"/>
          </p:cNvSpPr>
          <p:nvPr>
            <p:ph type="body" sz="quarter" idx="10"/>
          </p:nvPr>
        </p:nvSpPr>
        <p:spPr>
          <a:xfrm>
            <a:off x="468923" y="1676400"/>
            <a:ext cx="11347939" cy="2057400"/>
          </a:xfrm>
          <a:prstGeom prst="rect">
            <a:avLst/>
          </a:prstGeom>
        </p:spPr>
        <p:txBody>
          <a:bodyPr lIns="91429" tIns="45715" rIns="91429" bIns="45715"/>
          <a:lstStyle>
            <a:lvl1pPr marL="173018" indent="-173018">
              <a:buClr>
                <a:srgbClr val="F83124"/>
              </a:buClr>
              <a:defRPr lang="en-US" sz="1800" kern="0" dirty="0" smtClean="0">
                <a:solidFill>
                  <a:srgbClr val="000000"/>
                </a:solidFill>
                <a:latin typeface="Arial" pitchFamily="34" charset="0"/>
                <a:ea typeface="+mn-ea"/>
                <a:cs typeface="Arial" pitchFamily="34" charset="0"/>
              </a:defRPr>
            </a:lvl1pPr>
            <a:lvl2pPr marL="568261" indent="-222224">
              <a:buClr>
                <a:srgbClr val="002060"/>
              </a:buClr>
              <a:defRPr sz="1800">
                <a:latin typeface="Arial" pitchFamily="34" charset="0"/>
                <a:cs typeface="Arial" pitchFamily="34" charset="0"/>
              </a:defRPr>
            </a:lvl2pPr>
            <a:lvl4pPr>
              <a:defRPr sz="1800"/>
            </a:lvl4pPr>
            <a:lvl5pPr>
              <a:defRPr sz="1800"/>
            </a:lvl5pPr>
          </a:lstStyle>
          <a:p>
            <a:pPr lvl="0"/>
            <a:r>
              <a:rPr lang="en-US" dirty="0"/>
              <a:t>Click to edit Master text styles</a:t>
            </a:r>
          </a:p>
          <a:p>
            <a:pPr lvl="1"/>
            <a:r>
              <a:rPr lang="en-US" dirty="0"/>
              <a:t>Second level</a:t>
            </a:r>
          </a:p>
          <a:p>
            <a:pPr marL="800009" lvl="1" indent="-176193" algn="l" defTabSz="914296" rtl="0" eaLnBrk="0" latinLnBrk="0" hangingPunct="0">
              <a:spcBef>
                <a:spcPts val="900"/>
              </a:spcBef>
              <a:buClr>
                <a:srgbClr val="00B050"/>
              </a:buClr>
              <a:buSzPct val="80000"/>
              <a:buFont typeface="Wingdings" pitchFamily="2" charset="2"/>
              <a:buChar char="v"/>
              <a:defRPr/>
            </a:pPr>
            <a:r>
              <a:rPr lang="en-US" dirty="0"/>
              <a:t>Third level</a:t>
            </a:r>
          </a:p>
        </p:txBody>
      </p:sp>
      <p:sp>
        <p:nvSpPr>
          <p:cNvPr id="16" name="Text Placeholder 15"/>
          <p:cNvSpPr>
            <a:spLocks noGrp="1"/>
          </p:cNvSpPr>
          <p:nvPr>
            <p:ph type="body" sz="quarter" idx="11" hasCustomPrompt="1"/>
          </p:nvPr>
        </p:nvSpPr>
        <p:spPr>
          <a:xfrm>
            <a:off x="468923" y="1219200"/>
            <a:ext cx="11347939" cy="381000"/>
          </a:xfrm>
          <a:prstGeom prst="rect">
            <a:avLst/>
          </a:prstGeom>
        </p:spPr>
        <p:txBody>
          <a:bodyPr lIns="91429" tIns="45715" rIns="91429" bIns="45715"/>
          <a:lstStyle>
            <a:lvl1pPr>
              <a:buNone/>
              <a:defRPr sz="1800" b="1">
                <a:latin typeface="Arial" pitchFamily="34" charset="0"/>
                <a:cs typeface="Arial" pitchFamily="34" charset="0"/>
              </a:defRPr>
            </a:lvl1pPr>
          </a:lstStyle>
          <a:p>
            <a:pPr lvl="0"/>
            <a:r>
              <a:rPr lang="en-US" dirty="0"/>
              <a:t>Heading</a:t>
            </a:r>
          </a:p>
        </p:txBody>
      </p:sp>
    </p:spTree>
    <p:custDataLst>
      <p:tags r:id="rId1"/>
    </p:custDataLst>
    <p:extLst>
      <p:ext uri="{BB962C8B-B14F-4D97-AF65-F5344CB8AC3E}">
        <p14:creationId xmlns:p14="http://schemas.microsoft.com/office/powerpoint/2010/main" val="159203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5" name="Rectangle 4"/>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ound Single Corner Rectangle 5"/>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Title 1"/>
          <p:cNvSpPr>
            <a:spLocks noGrp="1"/>
          </p:cNvSpPr>
          <p:nvPr>
            <p:ph type="title"/>
          </p:nvPr>
        </p:nvSpPr>
        <p:spPr>
          <a:xfrm>
            <a:off x="709621" y="364015"/>
            <a:ext cx="10491779" cy="511862"/>
          </a:xfrm>
        </p:spPr>
        <p:txBody>
          <a:bodyPr/>
          <a:lstStyle/>
          <a:p>
            <a:r>
              <a:rPr lang="en-US"/>
              <a:t>Click to edit Master title style</a:t>
            </a:r>
            <a:endParaRPr lang="en-US" dirty="0"/>
          </a:p>
        </p:txBody>
      </p:sp>
      <p:sp>
        <p:nvSpPr>
          <p:cNvPr id="14"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6"/>
          </p:nvPr>
        </p:nvSpPr>
        <p:spPr/>
        <p:txBody>
          <a:bodyPr/>
          <a:lstStyle>
            <a:lvl1pPr>
              <a:defRPr sz="1000"/>
            </a:lvl1pPr>
          </a:lstStyle>
          <a:p>
            <a:fld id="{ADCFD273-3BA9-0844-8544-A4EE6CAE2C72}" type="slidenum">
              <a:rPr lang="en-US" altLang="en-US"/>
              <a:pPr/>
              <a:t>‹#›</a:t>
            </a:fld>
            <a:endParaRPr lang="en-US" altLang="en-US"/>
          </a:p>
        </p:txBody>
      </p:sp>
    </p:spTree>
    <p:extLst>
      <p:ext uri="{BB962C8B-B14F-4D97-AF65-F5344CB8AC3E}">
        <p14:creationId xmlns:p14="http://schemas.microsoft.com/office/powerpoint/2010/main" val="677556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sp>
        <p:nvSpPr>
          <p:cNvPr id="6" name="Rectangle 5"/>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ound Single Corner Rectangle 6"/>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a:extLst/>
        </p:spPr>
      </p:cxnSp>
      <p:sp>
        <p:nvSpPr>
          <p:cNvPr id="2" name="Title 1"/>
          <p:cNvSpPr>
            <a:spLocks noGrp="1"/>
          </p:cNvSpPr>
          <p:nvPr>
            <p:ph type="title"/>
          </p:nvPr>
        </p:nvSpPr>
        <p:spPr>
          <a:xfrm>
            <a:off x="714109" y="357192"/>
            <a:ext cx="10480347" cy="498475"/>
          </a:xfrm>
        </p:spPr>
        <p:txBody>
          <a:bodyPr/>
          <a:lstStyle/>
          <a:p>
            <a:r>
              <a:rPr lang="en-US"/>
              <a:t>Click to edit Master title style</a:t>
            </a:r>
            <a:endParaRPr lang="en-US" dirty="0"/>
          </a:p>
        </p:txBody>
      </p:sp>
      <p:sp>
        <p:nvSpPr>
          <p:cNvPr id="11" name="Content Placeholder 4"/>
          <p:cNvSpPr>
            <a:spLocks noGrp="1"/>
          </p:cNvSpPr>
          <p:nvPr>
            <p:ph sz="quarter" idx="12"/>
          </p:nvPr>
        </p:nvSpPr>
        <p:spPr>
          <a:xfrm>
            <a:off x="714110"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9" name="Slide Number Placeholder 2"/>
          <p:cNvSpPr>
            <a:spLocks noGrp="1"/>
          </p:cNvSpPr>
          <p:nvPr>
            <p:ph type="sldNum" sz="quarter" idx="17"/>
          </p:nvPr>
        </p:nvSpPr>
        <p:spPr/>
        <p:txBody>
          <a:bodyPr/>
          <a:lstStyle>
            <a:lvl1pPr>
              <a:defRPr/>
            </a:lvl1pPr>
          </a:lstStyle>
          <a:p>
            <a:fld id="{EF5F0A62-F77C-0641-A60D-6B56B0D9244C}" type="slidenum">
              <a:rPr lang="en-US" altLang="en-US"/>
              <a:pPr/>
              <a:t>‹#›</a:t>
            </a:fld>
            <a:endParaRPr lang="en-US" altLang="en-US"/>
          </a:p>
        </p:txBody>
      </p:sp>
    </p:spTree>
    <p:extLst>
      <p:ext uri="{BB962C8B-B14F-4D97-AF65-F5344CB8AC3E}">
        <p14:creationId xmlns:p14="http://schemas.microsoft.com/office/powerpoint/2010/main" val="1732622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sp>
        <p:nvSpPr>
          <p:cNvPr id="8" name="Rectangle 7"/>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ound Single Corner Rectangle 8"/>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a:ex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a:extLst/>
        </p:spPr>
      </p:cxnSp>
      <p:sp>
        <p:nvSpPr>
          <p:cNvPr id="16" name="Title 1"/>
          <p:cNvSpPr>
            <a:spLocks noGrp="1"/>
          </p:cNvSpPr>
          <p:nvPr>
            <p:ph type="title"/>
          </p:nvPr>
        </p:nvSpPr>
        <p:spPr>
          <a:xfrm>
            <a:off x="714111" y="364859"/>
            <a:ext cx="10472508" cy="485358"/>
          </a:xfrm>
        </p:spPr>
        <p:txBody>
          <a:bodyPr/>
          <a:lstStyle/>
          <a:p>
            <a:r>
              <a:rPr lang="en-US"/>
              <a:t>Click to edit Master title style</a:t>
            </a:r>
            <a:endParaRPr lang="en-US" dirty="0"/>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Content Placeholder 4"/>
          <p:cNvSpPr>
            <a:spLocks noGrp="1"/>
          </p:cNvSpPr>
          <p:nvPr>
            <p:ph sz="quarter" idx="24"/>
          </p:nvPr>
        </p:nvSpPr>
        <p:spPr>
          <a:xfrm>
            <a:off x="6123491" y="3796577"/>
            <a:ext cx="5063135"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Content Placeholder 4"/>
          <p:cNvSpPr>
            <a:spLocks noGrp="1"/>
          </p:cNvSpPr>
          <p:nvPr>
            <p:ph sz="quarter" idx="25"/>
          </p:nvPr>
        </p:nvSpPr>
        <p:spPr>
          <a:xfrm>
            <a:off x="6123491" y="1005841"/>
            <a:ext cx="5063135"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12" name="Slide Number Placeholder 5"/>
          <p:cNvSpPr>
            <a:spLocks noGrp="1"/>
          </p:cNvSpPr>
          <p:nvPr>
            <p:ph type="sldNum" sz="quarter" idx="26"/>
          </p:nvPr>
        </p:nvSpPr>
        <p:spPr/>
        <p:txBody>
          <a:bodyPr/>
          <a:lstStyle>
            <a:lvl1pPr>
              <a:defRPr/>
            </a:lvl1pPr>
          </a:lstStyle>
          <a:p>
            <a:fld id="{1F4DDCF1-86F2-EE49-BE3C-309AC809379C}" type="slidenum">
              <a:rPr lang="en-US" altLang="en-US"/>
              <a:pPr/>
              <a:t>‹#›</a:t>
            </a:fld>
            <a:endParaRPr lang="en-US" altLang="en-US"/>
          </a:p>
        </p:txBody>
      </p:sp>
    </p:spTree>
    <p:extLst>
      <p:ext uri="{BB962C8B-B14F-4D97-AF65-F5344CB8AC3E}">
        <p14:creationId xmlns:p14="http://schemas.microsoft.com/office/powerpoint/2010/main" val="310053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4" name="Rectangle 3"/>
          <p:cNvSpPr/>
          <p:nvPr userDrawn="1"/>
        </p:nvSpPr>
        <p:spPr>
          <a:xfrm>
            <a:off x="214313" y="6364288"/>
            <a:ext cx="11977687" cy="493712"/>
          </a:xfrm>
          <a:prstGeom prst="rect">
            <a:avLst/>
          </a:prstGeom>
          <a:solidFill>
            <a:schemeClr val="bg1"/>
          </a:solidFill>
          <a:ln w="9525"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ound Single Corner Rectangle 4"/>
          <p:cNvSpPr/>
          <p:nvPr userDrawn="1"/>
        </p:nvSpPr>
        <p:spPr>
          <a:xfrm>
            <a:off x="0" y="6364288"/>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14242" y="357192"/>
            <a:ext cx="10455164" cy="498475"/>
          </a:xfrm>
        </p:spPr>
        <p:txBody>
          <a:bodyPr/>
          <a:lstStyle/>
          <a:p>
            <a:r>
              <a:rPr lang="en-US"/>
              <a:t>Click to edit Master title style</a:t>
            </a:r>
            <a:endParaRPr lang="en-US" dirty="0"/>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dirty="0"/>
              <a:t>Click to edit Master text styles</a:t>
            </a:r>
          </a:p>
        </p:txBody>
      </p:sp>
      <p:sp>
        <p:nvSpPr>
          <p:cNvPr id="6" name="Slide Number Placeholder 2"/>
          <p:cNvSpPr>
            <a:spLocks noGrp="1"/>
          </p:cNvSpPr>
          <p:nvPr>
            <p:ph type="sldNum" sz="quarter" idx="16"/>
          </p:nvPr>
        </p:nvSpPr>
        <p:spPr/>
        <p:txBody>
          <a:bodyPr/>
          <a:lstStyle>
            <a:lvl1pPr>
              <a:defRPr/>
            </a:lvl1pPr>
          </a:lstStyle>
          <a:p>
            <a:fld id="{0E3C6540-DC68-5745-8920-98AA77304338}" type="slidenum">
              <a:rPr lang="en-US" altLang="en-US"/>
              <a:pPr/>
              <a:t>‹#›</a:t>
            </a:fld>
            <a:endParaRPr lang="en-US" altLang="en-US"/>
          </a:p>
        </p:txBody>
      </p:sp>
    </p:spTree>
    <p:extLst>
      <p:ext uri="{BB962C8B-B14F-4D97-AF65-F5344CB8AC3E}">
        <p14:creationId xmlns:p14="http://schemas.microsoft.com/office/powerpoint/2010/main" val="1278754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Image Cover">
    <p:spTree>
      <p:nvGrpSpPr>
        <p:cNvPr id="1" name=""/>
        <p:cNvGrpSpPr/>
        <p:nvPr/>
      </p:nvGrpSpPr>
      <p:grpSpPr>
        <a:xfrm>
          <a:off x="0" y="0"/>
          <a:ext cx="0" cy="0"/>
          <a:chOff x="0" y="0"/>
          <a:chExt cx="0" cy="0"/>
        </a:xfrm>
      </p:grpSpPr>
      <p:cxnSp>
        <p:nvCxnSpPr>
          <p:cNvPr id="6" name="Straight Connector 5"/>
          <p:cNvCxnSpPr/>
          <p:nvPr userDrawn="1"/>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a:off x="2851150"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3"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2" y="5960249"/>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dirty="0"/>
              <a:t>Click to edit Master text styles</a:t>
            </a:r>
          </a:p>
        </p:txBody>
      </p:sp>
      <p:sp>
        <p:nvSpPr>
          <p:cNvPr id="12" name="Content Placeholder 6"/>
          <p:cNvSpPr>
            <a:spLocks noGrp="1"/>
          </p:cNvSpPr>
          <p:nvPr>
            <p:ph sz="quarter" idx="10"/>
          </p:nvPr>
        </p:nvSpPr>
        <p:spPr>
          <a:xfrm>
            <a:off x="266701"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
        <p:nvSpPr>
          <p:cNvPr id="13" name="Text Placeholder 8"/>
          <p:cNvSpPr>
            <a:spLocks noGrp="1"/>
          </p:cNvSpPr>
          <p:nvPr>
            <p:ph type="body" sz="quarter" idx="11"/>
          </p:nvPr>
        </p:nvSpPr>
        <p:spPr>
          <a:xfrm>
            <a:off x="266700"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dirty="0"/>
              <a:t>Click to edit Master text styles</a:t>
            </a:r>
          </a:p>
        </p:txBody>
      </p:sp>
    </p:spTree>
    <p:extLst>
      <p:ext uri="{BB962C8B-B14F-4D97-AF65-F5344CB8AC3E}">
        <p14:creationId xmlns:p14="http://schemas.microsoft.com/office/powerpoint/2010/main" val="10912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4.xml"/><Relationship Id="rId7"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10" Type="http://schemas.openxmlformats.org/officeDocument/2006/relationships/image" Target="../media/image11.png"/><Relationship Id="rId4" Type="http://schemas.openxmlformats.org/officeDocument/2006/relationships/slideLayout" Target="../slideLayouts/slideLayout10.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theme" Target="../theme/theme4.xml"/><Relationship Id="rId4"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theme" Target="../theme/theme5.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9" descr="Picture1.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15875"/>
            <a:ext cx="4624388"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2"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108700"/>
            <a:ext cx="189547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4" descr="Corner-01 copy.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0" descr="\\localhost\Volumes\DMS-Server\Clients\Honeywell PPT \Honeywell - Freestanding Logos\Honeywell - Freestanding Logo RGB.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0" r:id="rId1"/>
  </p:sldLayoutIdLst>
  <p:hf hdr="0" ftr="0" dt="0"/>
  <p:txStyles>
    <p:titleStyle>
      <a:lvl1pPr algn="l" defTabSz="457200" rtl="0" eaLnBrk="1" fontAlgn="base" hangingPunct="1">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1" fontAlgn="base" hangingPunct="1">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1" fontAlgn="base" hangingPunct="1">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1" fontAlgn="base" hangingPunct="1">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1" descr="ATail.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6" descr="\\localhost\Volumes\DMS-Server\Clients\Honeywell PPT \Honeywell - Freestanding Logos\Honeywell - Freestanding Logo RGB.png"/>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9669463" y="6097588"/>
            <a:ext cx="18954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userDrawn="1"/>
        </p:nvSpPr>
        <p:spPr>
          <a:xfrm>
            <a:off x="5005388" y="1717675"/>
            <a:ext cx="1824037" cy="833438"/>
          </a:xfrm>
          <a:prstGeom prst="rect">
            <a:avLst/>
          </a:prstGeom>
        </p:spPr>
        <p:txBody>
          <a:bodyPr/>
          <a:lst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a:lstStyle>
          <a:p>
            <a:pPr>
              <a:defRPr/>
            </a:pPr>
            <a:r>
              <a:rPr lang="en-US" dirty="0">
                <a:solidFill>
                  <a:srgbClr val="FFFFFF"/>
                </a:solidFill>
                <a:latin typeface="Arial" charset="0"/>
              </a:rPr>
              <a:t>HUE</a:t>
            </a:r>
          </a:p>
        </p:txBody>
      </p:sp>
      <p:sp>
        <p:nvSpPr>
          <p:cNvPr id="2" name="Donut 1"/>
          <p:cNvSpPr/>
          <p:nvPr userDrawn="1"/>
        </p:nvSpPr>
        <p:spPr>
          <a:xfrm>
            <a:off x="4768850" y="1303338"/>
            <a:ext cx="1281113" cy="1281112"/>
          </a:xfrm>
          <a:prstGeom prst="donut">
            <a:avLst>
              <a:gd name="adj" fmla="val 4098"/>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94081" r:id="rId1"/>
    <p:sldLayoutId id="2147494090" r:id="rId2"/>
    <p:sldLayoutId id="2147494096" r:id="rId3"/>
    <p:sldLayoutId id="2147494103" r:id="rId4"/>
    <p:sldLayoutId id="2147494104" r:id="rId5"/>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corner.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42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Placeholder 1"/>
          <p:cNvSpPr>
            <a:spLocks noGrp="1"/>
          </p:cNvSpPr>
          <p:nvPr>
            <p:ph type="title"/>
          </p:nvPr>
        </p:nvSpPr>
        <p:spPr bwMode="auto">
          <a:xfrm>
            <a:off x="368839" y="340410"/>
            <a:ext cx="104806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2A8CB18A-F66A-0349-9EA4-9C9209B05FC4}" type="slidenum">
              <a:rPr lang="en-US" altLang="en-US"/>
              <a:pPr/>
              <a:t>‹#›</a:t>
            </a:fld>
            <a:endParaRPr lang="en-US" altLang="en-US"/>
          </a:p>
        </p:txBody>
      </p:sp>
      <p:pic>
        <p:nvPicPr>
          <p:cNvPr id="5125" name="Picture 10" descr="\\localhost\Volumes\DMS-Server\Clients\Honeywell PPT \Honeywell - Freestanding Logos\Honeywell - Freestanding Logo RGB.pn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0388600" y="6519863"/>
            <a:ext cx="13716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23"/>
          <p:cNvSpPr>
            <a:spLocks noChangeArrowheads="1"/>
          </p:cNvSpPr>
          <p:nvPr/>
        </p:nvSpPr>
        <p:spPr bwMode="auto">
          <a:xfrm>
            <a:off x="1123677" y="6558210"/>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t>
            </a:r>
            <a:r>
              <a:rPr lang="en-US" altLang="en-US" sz="700" dirty="0">
                <a:solidFill>
                  <a:srgbClr val="707070"/>
                </a:solidFill>
              </a:rPr>
              <a:t>All rights reserved. </a:t>
            </a:r>
          </a:p>
        </p:txBody>
      </p:sp>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68839" y="6580188"/>
            <a:ext cx="578670" cy="186436"/>
          </a:xfrm>
          <a:prstGeom prst="rect">
            <a:avLst/>
          </a:prstGeom>
        </p:spPr>
      </p:pic>
    </p:spTree>
  </p:cSld>
  <p:clrMap bg1="lt1" tx1="dk1" bg2="lt2" tx2="dk2" accent1="accent1" accent2="accent2" accent3="accent3" accent4="accent4" accent5="accent5" accent6="accent6" hlink="hlink" folHlink="folHlink"/>
  <p:sldLayoutIdLst>
    <p:sldLayoutId id="2147494078" r:id="rId1"/>
    <p:sldLayoutId id="2147494082" r:id="rId2"/>
    <p:sldLayoutId id="2147494083" r:id="rId3"/>
    <p:sldLayoutId id="2147494079" r:id="rId4"/>
    <p:sldLayoutId id="2147494098" r:id="rId5"/>
    <p:sldLayoutId id="2147494101" r:id="rId6"/>
  </p:sldLayoutIdLst>
  <p:hf hdr="0" ftr="0" dt="0"/>
  <p:txStyles>
    <p:titleStyle>
      <a:lvl1pPr algn="l" defTabSz="457200" rtl="0" eaLnBrk="0" fontAlgn="base" hangingPunct="0">
        <a:spcBef>
          <a:spcPct val="0"/>
        </a:spcBef>
        <a:spcAft>
          <a:spcPct val="0"/>
        </a:spcAft>
        <a:defRPr lang="en-US" sz="2400" b="1" i="0" kern="1200" dirty="0">
          <a:solidFill>
            <a:schemeClr val="tx1"/>
          </a:solidFill>
          <a:latin typeface="Honeywell Sans" charset="0"/>
          <a:ea typeface="Honeywell Sans" charset="0"/>
          <a:cs typeface="Honeywell Sans"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1" descr="16-9 wTKaway.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207875"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1268" name="Rectangle 23"/>
          <p:cNvSpPr>
            <a:spLocks noChangeArrowheads="1"/>
          </p:cNvSpPr>
          <p:nvPr/>
        </p:nvSpPr>
        <p:spPr bwMode="auto">
          <a:xfrm>
            <a:off x="730250" y="6164263"/>
            <a:ext cx="251777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700">
                <a:solidFill>
                  <a:srgbClr val="707070"/>
                </a:solidFill>
              </a:rPr>
              <a:t>© 2016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wrap="square" lIns="91440" tIns="45720" rIns="91440" bIns="45720" numCol="1" anchor="ctr" anchorCtr="0" compatLnSpc="1">
            <a:prstTxWarp prst="textNoShape">
              <a:avLst/>
            </a:prstTxWarp>
          </a:bodyPr>
          <a:lstStyle>
            <a:lvl1pPr>
              <a:defRPr sz="1100" b="1">
                <a:solidFill>
                  <a:schemeClr val="bg1"/>
                </a:solidFill>
              </a:defRPr>
            </a:lvl1pPr>
          </a:lstStyle>
          <a:p>
            <a:fld id="{565D113E-1FDA-DC45-9CDC-9509235C1AF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94085" r:id="rId1"/>
    <p:sldLayoutId id="2147494086" r:id="rId2"/>
    <p:sldLayoutId id="2147494087" r:id="rId3"/>
    <p:sldLayoutId id="2147494088" r:id="rId4"/>
  </p:sldLayoutIdLst>
  <p:hf hdr="0" ftr="0" dt="0"/>
  <p:txStyles>
    <p:titleStyle>
      <a:lvl1pPr algn="l" defTabSz="457200" rtl="0" eaLnBrk="0" fontAlgn="base" hangingPunct="0">
        <a:spcBef>
          <a:spcPct val="0"/>
        </a:spcBef>
        <a:spcAft>
          <a:spcPct val="0"/>
        </a:spcAft>
        <a:defRPr lang="en-US" sz="2800" b="1" kern="1200" dirty="0">
          <a:solidFill>
            <a:schemeClr val="tx1"/>
          </a:solidFill>
          <a:latin typeface="Arial" pitchFamily="34" charset="0"/>
          <a:ea typeface="ＭＳ Ｐゴシック" charset="0"/>
          <a:cs typeface="Arial" pitchFamily="34"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ＭＳ Ｐゴシック"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386" name="Picture 4" descr="ATail.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9938"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4" descr="Corner-01 copy.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4310063"/>
            <a:ext cx="12192000"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2" descr="\\localhost\Volumes\DMS-Server\Clients\Honeywell PPT \Honeywell - Freestanding Logos\Honeywell - Freestanding Logo RGB.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669463" y="6199188"/>
            <a:ext cx="19002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94089" r:id="rId1"/>
  </p:sldLayoutIdLst>
  <p:hf hdr="0" ftr="0" dt="0"/>
  <p:txStyles>
    <p:titleStyle>
      <a:lvl1pPr algn="l" defTabSz="457200" rtl="0" eaLnBrk="0" fontAlgn="base" hangingPunct="0">
        <a:spcBef>
          <a:spcPct val="0"/>
        </a:spcBef>
        <a:spcAft>
          <a:spcPct val="0"/>
        </a:spcAft>
        <a:defRPr sz="2400" kern="1200">
          <a:solidFill>
            <a:schemeClr val="tx1"/>
          </a:solidFill>
          <a:latin typeface="HelveticaNeue BoldCond"/>
          <a:ea typeface="ＭＳ Ｐゴシック" charset="0"/>
          <a:cs typeface="HelveticaNeue BoldCond"/>
        </a:defRPr>
      </a:lvl1pPr>
      <a:lvl2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2pPr>
      <a:lvl3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3pPr>
      <a:lvl4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4pPr>
      <a:lvl5pPr algn="l" defTabSz="457200" rtl="0" eaLnBrk="0" fontAlgn="base" hangingPunct="0">
        <a:spcBef>
          <a:spcPct val="0"/>
        </a:spcBef>
        <a:spcAft>
          <a:spcPct val="0"/>
        </a:spcAft>
        <a:defRPr sz="2400">
          <a:solidFill>
            <a:schemeClr val="tx1"/>
          </a:solidFill>
          <a:latin typeface="HelveticaNeue BoldCond"/>
          <a:ea typeface="ＭＳ Ｐゴシック" charset="0"/>
          <a:cs typeface="HelveticaNeue BoldCond"/>
        </a:defRPr>
      </a:lvl5pPr>
      <a:lvl6pPr marL="457200" algn="l" defTabSz="457200" rtl="0" fontAlgn="base">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fontAlgn="base">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fontAlgn="base">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fontAlgn="base">
        <a:spcBef>
          <a:spcPct val="0"/>
        </a:spcBef>
        <a:spcAft>
          <a:spcPct val="0"/>
        </a:spcAft>
        <a:defRPr sz="2400">
          <a:solidFill>
            <a:schemeClr val="tx1"/>
          </a:solidFill>
          <a:latin typeface="HelveticaNeue BoldCond"/>
          <a:ea typeface="HelveticaNeue BoldCond"/>
          <a:cs typeface="HelveticaNeue BoldCond"/>
        </a:defRPr>
      </a:lvl9pPr>
    </p:titleStyle>
    <p:bodyStyle>
      <a:lvl1pPr marL="342900" indent="-342900" algn="l" defTabSz="457200" rtl="0" eaLnBrk="0" fontAlgn="base" hangingPunct="0">
        <a:spcBef>
          <a:spcPct val="20000"/>
        </a:spcBef>
        <a:spcAft>
          <a:spcPct val="0"/>
        </a:spcAft>
        <a:buFont typeface="Arial" charset="0"/>
        <a:defRPr kern="1200">
          <a:solidFill>
            <a:schemeClr val="tx1"/>
          </a:solidFill>
          <a:latin typeface="Helvetica 55 Roman"/>
          <a:ea typeface="ＭＳ Ｐゴシック" charset="0"/>
          <a:cs typeface="Helvetica 55 Roman"/>
        </a:defRPr>
      </a:lvl1pPr>
      <a:lvl2pPr marL="742950" indent="-285750" algn="l" defTabSz="457200" rtl="0" eaLnBrk="0" fontAlgn="base" hangingPunct="0">
        <a:spcBef>
          <a:spcPct val="20000"/>
        </a:spcBef>
        <a:spcAft>
          <a:spcPct val="0"/>
        </a:spcAft>
        <a:buFont typeface="Arial" charset="0"/>
        <a:buChar char="•"/>
        <a:defRPr sz="1600" kern="1200">
          <a:solidFill>
            <a:schemeClr val="tx1"/>
          </a:solidFill>
          <a:latin typeface="Helvetica Neue"/>
          <a:ea typeface="ＭＳ Ｐゴシック" charset="0"/>
          <a:cs typeface="Helvetica Neue"/>
        </a:defRPr>
      </a:lvl2pPr>
      <a:lvl3pPr marL="1143000" indent="-228600" algn="l" defTabSz="457200" rtl="0" eaLnBrk="0" fontAlgn="base" hangingPunct="0">
        <a:spcBef>
          <a:spcPct val="20000"/>
        </a:spcBef>
        <a:spcAft>
          <a:spcPct val="0"/>
        </a:spcAft>
        <a:buSzPct val="90000"/>
        <a:buFont typeface="Courier New" charset="0"/>
        <a:buChar char="o"/>
        <a:defRPr sz="1400" kern="1200">
          <a:solidFill>
            <a:schemeClr val="tx1"/>
          </a:solidFill>
          <a:latin typeface="Helvetica Neue"/>
          <a:ea typeface="Helvetica Neue"/>
          <a:cs typeface="Helvetica Neue"/>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1200px.com/" TargetMode="Externa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hyperlink" Target="http://uxpin.e24files.com/uxpin_the_guide_to_wireframing.pdf" TargetMode="Externa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Placeholder 4"/>
          <p:cNvSpPr>
            <a:spLocks noGrp="1"/>
          </p:cNvSpPr>
          <p:nvPr>
            <p:ph type="body" sz="quarter" idx="12"/>
          </p:nvPr>
        </p:nvSpPr>
        <p:spPr bwMode="auto">
          <a:xfrm>
            <a:off x="2926398" y="5753577"/>
            <a:ext cx="6616700" cy="891222"/>
          </a:xfrm>
          <a:extLst/>
        </p:spPr>
        <p:txBody>
          <a:bodyPr vert="horz" anchor="ctr"/>
          <a:lstStyle/>
          <a:p>
            <a:r>
              <a:rPr lang="en-US"/>
              <a:t>Wireframe Guidelines</a:t>
            </a:r>
            <a:endParaRPr lang="en-US" altLang="en-US" dirty="0">
              <a:latin typeface="Honeywell Sans" charset="0"/>
              <a:ea typeface="Honeywell Sans" charset="0"/>
              <a:cs typeface="Honeywell Sans" charset="0"/>
            </a:endParaRPr>
          </a:p>
        </p:txBody>
      </p:sp>
      <p:sp>
        <p:nvSpPr>
          <p:cNvPr id="20483" name="Content Placeholder 1"/>
          <p:cNvSpPr>
            <a:spLocks noGrp="1"/>
          </p:cNvSpPr>
          <p:nvPr>
            <p:ph sz="quarter" idx="10"/>
          </p:nvPr>
        </p:nvSpPr>
        <p:spPr bwMode="auto">
          <a:xfrm>
            <a:off x="266700" y="5949950"/>
            <a:ext cx="2482850" cy="236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p>
            <a:pPr marL="0" indent="0"/>
            <a:r>
              <a:rPr lang="en-US" altLang="en-US" dirty="0">
                <a:solidFill>
                  <a:srgbClr val="595959"/>
                </a:solidFill>
                <a:latin typeface="Honeywell Sans" charset="0"/>
                <a:ea typeface="Honeywell Sans" charset="0"/>
                <a:cs typeface="Honeywell Sans" charset="0"/>
              </a:rPr>
              <a:t>IT HUE Team</a:t>
            </a:r>
          </a:p>
        </p:txBody>
      </p:sp>
      <p:sp>
        <p:nvSpPr>
          <p:cNvPr id="20484" name="Text Placeholder 3"/>
          <p:cNvSpPr>
            <a:spLocks noGrp="1"/>
          </p:cNvSpPr>
          <p:nvPr>
            <p:ph type="body" sz="quarter" idx="11"/>
          </p:nvPr>
        </p:nvSpPr>
        <p:spPr bwMode="auto">
          <a:xfrm>
            <a:off x="266700" y="6199188"/>
            <a:ext cx="2482850" cy="2492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p>
            <a:pPr marL="0" indent="0"/>
            <a:r>
              <a:rPr lang="en-US" altLang="en-US" dirty="0">
                <a:solidFill>
                  <a:srgbClr val="595959"/>
                </a:solidFill>
                <a:latin typeface="Honeywell Sans" charset="0"/>
                <a:ea typeface="Honeywell Sans" charset="0"/>
                <a:cs typeface="Honeywell Sans" charset="0"/>
              </a:rPr>
              <a:t>Dec 2016</a:t>
            </a:r>
          </a:p>
        </p:txBody>
      </p:sp>
      <p:sp>
        <p:nvSpPr>
          <p:cNvPr id="20485" name="Slide Number Placeholder 3"/>
          <p:cNvSpPr>
            <a:spLocks noGrp="1"/>
          </p:cNvSpPr>
          <p:nvPr>
            <p:ph type="sldNum" sz="quarter" idx="4294967295"/>
          </p:nvPr>
        </p:nvSpPr>
        <p:spPr bwMode="auto">
          <a:xfrm>
            <a:off x="11517313" y="0"/>
            <a:ext cx="67468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76B4F42D-98EE-4A47-AEDA-D0FFDA8DDBEF}" type="slidenum">
              <a:rPr lang="en-US" altLang="en-US" sz="1100">
                <a:solidFill>
                  <a:schemeClr val="bg1"/>
                </a:solidFill>
              </a:rPr>
              <a:pPr eaLnBrk="1" hangingPunct="1"/>
              <a:t>0</a:t>
            </a:fld>
            <a:endParaRPr lang="en-US" altLang="en-US" sz="11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Wireframes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1</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Text Placeholder 2"/>
          <p:cNvSpPr txBox="1">
            <a:spLocks/>
          </p:cNvSpPr>
          <p:nvPr/>
        </p:nvSpPr>
        <p:spPr>
          <a:xfrm>
            <a:off x="458348" y="1074735"/>
            <a:ext cx="10670117" cy="5783265"/>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r>
              <a:rPr lang="en-US" sz="1600" dirty="0">
                <a:solidFill>
                  <a:schemeClr val="tx1">
                    <a:lumMod val="75000"/>
                    <a:lumOff val="25000"/>
                  </a:schemeClr>
                </a:solidFill>
                <a:latin typeface="Honeywell Sans Medium" charset="0"/>
                <a:ea typeface="Honeywell Sans Medium" charset="0"/>
                <a:cs typeface="Honeywell Sans Medium" charset="0"/>
              </a:rPr>
              <a:t>A wireframe is a two-dimensional illustration of a page’s interface that specifically focuses on space allocation and prioritization of content, functionalities available, and intended behaviors. For these reasons, wireframes typically do not include any styling, color, or graphics. Wireframes also help establish relationships between a website’s various templates.</a:t>
            </a:r>
          </a:p>
        </p:txBody>
      </p:sp>
      <p:pic>
        <p:nvPicPr>
          <p:cNvPr id="7" name="Picture 6"/>
          <p:cNvPicPr>
            <a:picLocks noChangeAspect="1"/>
          </p:cNvPicPr>
          <p:nvPr/>
        </p:nvPicPr>
        <p:blipFill>
          <a:blip r:embed="rId2"/>
          <a:stretch>
            <a:fillRect/>
          </a:stretch>
        </p:blipFill>
        <p:spPr>
          <a:xfrm>
            <a:off x="717428" y="2445913"/>
            <a:ext cx="4999079" cy="3276669"/>
          </a:xfrm>
          <a:prstGeom prst="rect">
            <a:avLst/>
          </a:prstGeom>
        </p:spPr>
      </p:pic>
      <p:pic>
        <p:nvPicPr>
          <p:cNvPr id="8" name="Picture 7"/>
          <p:cNvPicPr>
            <a:picLocks noChangeAspect="1"/>
          </p:cNvPicPr>
          <p:nvPr/>
        </p:nvPicPr>
        <p:blipFill rotWithShape="1">
          <a:blip r:embed="rId3"/>
          <a:srcRect l="49964" r="8869"/>
          <a:stretch/>
        </p:blipFill>
        <p:spPr>
          <a:xfrm>
            <a:off x="6591964" y="2689717"/>
            <a:ext cx="1662647" cy="3032865"/>
          </a:xfrm>
          <a:prstGeom prst="rect">
            <a:avLst/>
          </a:prstGeom>
        </p:spPr>
      </p:pic>
      <p:pic>
        <p:nvPicPr>
          <p:cNvPr id="9" name="Picture 8"/>
          <p:cNvPicPr>
            <a:picLocks noChangeAspect="1"/>
          </p:cNvPicPr>
          <p:nvPr/>
        </p:nvPicPr>
        <p:blipFill rotWithShape="1">
          <a:blip r:embed="rId4"/>
          <a:srcRect l="12935" t="3181" r="66862" b="50806"/>
          <a:stretch/>
        </p:blipFill>
        <p:spPr>
          <a:xfrm>
            <a:off x="9018034" y="3421613"/>
            <a:ext cx="1347007" cy="2300969"/>
          </a:xfrm>
          <a:prstGeom prst="rect">
            <a:avLst/>
          </a:prstGeom>
        </p:spPr>
      </p:pic>
    </p:spTree>
    <p:extLst>
      <p:ext uri="{BB962C8B-B14F-4D97-AF65-F5344CB8AC3E}">
        <p14:creationId xmlns:p14="http://schemas.microsoft.com/office/powerpoint/2010/main" val="1026652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Creating Wireframes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2</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 Placeholder 2"/>
          <p:cNvSpPr txBox="1">
            <a:spLocks/>
          </p:cNvSpPr>
          <p:nvPr/>
        </p:nvSpPr>
        <p:spPr>
          <a:xfrm>
            <a:off x="458348" y="1338895"/>
            <a:ext cx="10670117" cy="4035745"/>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r>
              <a:rPr lang="en-US" sz="1600">
                <a:latin typeface="Honeywell Sans" charset="0"/>
                <a:ea typeface="Honeywell Sans" charset="0"/>
                <a:cs typeface="Honeywell Sans" charset="0"/>
              </a:rPr>
              <a:t>It’s important to keep in mind that wireframes are guides to where the major navigation and content elements of your site are going to appear on the page. </a:t>
            </a:r>
            <a:r>
              <a:rPr lang="en-US" sz="1600" dirty="0">
                <a:latin typeface="Honeywell Sans" charset="0"/>
                <a:ea typeface="Honeywell Sans" charset="0"/>
                <a:cs typeface="Honeywell Sans" charset="0"/>
              </a:rPr>
              <a:t>Since the goal of the illustrations is not to depict visual design, keep it simple.</a:t>
            </a:r>
          </a:p>
          <a:p>
            <a:pPr>
              <a:buClr>
                <a:srgbClr val="FF0000"/>
              </a:buClr>
            </a:pPr>
            <a:endParaRPr lang="en-US" sz="1600" dirty="0">
              <a:latin typeface="Honeywell Sans" charset="0"/>
              <a:ea typeface="Honeywell Sans" charset="0"/>
              <a:cs typeface="Honeywell Sans" charset="0"/>
            </a:endParaRPr>
          </a:p>
          <a:p>
            <a:pPr>
              <a:buClr>
                <a:srgbClr val="FF0000"/>
              </a:buClr>
            </a:pPr>
            <a:r>
              <a:rPr lang="en-US" sz="1600" b="1" dirty="0">
                <a:latin typeface="Honeywell Sans" charset="0"/>
                <a:ea typeface="Honeywell Sans" charset="0"/>
                <a:cs typeface="Honeywell Sans" charset="0"/>
              </a:rPr>
              <a:t>Do not use colors. </a:t>
            </a:r>
            <a:r>
              <a:rPr lang="en-US" sz="1600" dirty="0">
                <a:latin typeface="Honeywell Sans" charset="0"/>
                <a:ea typeface="Honeywell Sans" charset="0"/>
                <a:cs typeface="Honeywell Sans" charset="0"/>
              </a:rPr>
              <a:t>If you would typically use color to distinguish items, instead rely on various gray tones to communicate the differences. </a:t>
            </a:r>
          </a:p>
          <a:p>
            <a:pPr>
              <a:buClr>
                <a:srgbClr val="FF0000"/>
              </a:buClr>
            </a:pPr>
            <a:endParaRPr lang="en-US" sz="1600" dirty="0">
              <a:latin typeface="Honeywell Sans" charset="0"/>
              <a:ea typeface="Honeywell Sans" charset="0"/>
              <a:cs typeface="Honeywell Sans" charset="0"/>
            </a:endParaRPr>
          </a:p>
          <a:p>
            <a:pPr>
              <a:buClr>
                <a:srgbClr val="FF0000"/>
              </a:buClr>
            </a:pPr>
            <a:r>
              <a:rPr lang="en-US" sz="1600" b="1" dirty="0">
                <a:latin typeface="Honeywell Sans" charset="0"/>
                <a:ea typeface="Honeywell Sans" charset="0"/>
                <a:cs typeface="Honeywell Sans" charset="0"/>
              </a:rPr>
              <a:t>Do not use images. </a:t>
            </a:r>
            <a:r>
              <a:rPr lang="en-US" sz="1600" dirty="0">
                <a:latin typeface="Honeywell Sans" charset="0"/>
                <a:ea typeface="Honeywell Sans" charset="0"/>
                <a:cs typeface="Honeywell Sans" charset="0"/>
              </a:rPr>
              <a:t>Images distract from the task at hand. To indicate where you intend to place an image and its size, you can instead use a rectangular box sized to dimension with an “x” through it. </a:t>
            </a:r>
          </a:p>
          <a:p>
            <a:pPr>
              <a:buClr>
                <a:srgbClr val="FF0000"/>
              </a:buClr>
            </a:pPr>
            <a:endParaRPr lang="en-US" sz="1600" dirty="0">
              <a:latin typeface="Honeywell Sans" charset="0"/>
              <a:ea typeface="Honeywell Sans" charset="0"/>
              <a:cs typeface="Honeywell Sans" charset="0"/>
            </a:endParaRPr>
          </a:p>
          <a:p>
            <a:pPr>
              <a:buClr>
                <a:srgbClr val="FF0000"/>
              </a:buClr>
            </a:pPr>
            <a:r>
              <a:rPr lang="en-US" sz="1600" b="1" dirty="0">
                <a:latin typeface="Honeywell Sans" charset="0"/>
                <a:ea typeface="Honeywell Sans" charset="0"/>
                <a:cs typeface="Honeywell Sans" charset="0"/>
              </a:rPr>
              <a:t>Use only one generic font. </a:t>
            </a:r>
            <a:r>
              <a:rPr lang="en-US" sz="1600" dirty="0">
                <a:latin typeface="Honeywell Sans" charset="0"/>
                <a:ea typeface="Honeywell Sans" charset="0"/>
                <a:cs typeface="Honeywell Sans" charset="0"/>
              </a:rPr>
              <a:t>Typography should not be a part of the </a:t>
            </a:r>
            <a:r>
              <a:rPr lang="en-US" sz="1600" dirty="0" err="1">
                <a:latin typeface="Honeywell Sans" charset="0"/>
                <a:ea typeface="Honeywell Sans" charset="0"/>
                <a:cs typeface="Honeywell Sans" charset="0"/>
              </a:rPr>
              <a:t>wireframing</a:t>
            </a:r>
            <a:r>
              <a:rPr lang="en-US" sz="1600" dirty="0">
                <a:latin typeface="Honeywell Sans" charset="0"/>
                <a:ea typeface="Honeywell Sans" charset="0"/>
                <a:cs typeface="Honeywell Sans" charset="0"/>
              </a:rPr>
              <a:t> discussion. Within the wireframes, however, you may still resize the font to indicate various headers and changes in the hierarchy of the text information on the page.</a:t>
            </a:r>
          </a:p>
        </p:txBody>
      </p:sp>
    </p:spTree>
    <p:extLst>
      <p:ext uri="{BB962C8B-B14F-4D97-AF65-F5344CB8AC3E}">
        <p14:creationId xmlns:p14="http://schemas.microsoft.com/office/powerpoint/2010/main" val="75594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Fidelity Levels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3</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6" name="Text Placeholder 2"/>
          <p:cNvSpPr txBox="1">
            <a:spLocks/>
          </p:cNvSpPr>
          <p:nvPr/>
        </p:nvSpPr>
        <p:spPr>
          <a:xfrm>
            <a:off x="458348" y="1145855"/>
            <a:ext cx="10670117" cy="1526225"/>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r>
              <a:rPr lang="en-US" sz="1600" b="1" dirty="0">
                <a:latin typeface="Honeywell Sans" charset="0"/>
                <a:ea typeface="Honeywell Sans" charset="0"/>
                <a:cs typeface="Honeywell Sans" charset="0"/>
              </a:rPr>
              <a:t>Block Diagrams </a:t>
            </a:r>
            <a:r>
              <a:rPr lang="en-US" sz="1600" dirty="0">
                <a:latin typeface="Honeywell Sans" charset="0"/>
                <a:ea typeface="Honeywell Sans" charset="0"/>
                <a:cs typeface="Honeywell Sans" charset="0"/>
              </a:rPr>
              <a:t>provide the most basic but essential information about a wireframe: the layout and types of content or functionality you would like to present to your visitors. You can also set the information hierarchy and typography in this stage by adding text and varying the sizes to show emphasis or hierarchy. Just make sure to set your grid ahead of time to stay structured and help you visually tie together the elements in the beginning stage.</a:t>
            </a:r>
          </a:p>
        </p:txBody>
      </p:sp>
      <p:pic>
        <p:nvPicPr>
          <p:cNvPr id="7" name="Picture 6"/>
          <p:cNvPicPr>
            <a:picLocks noChangeAspect="1"/>
          </p:cNvPicPr>
          <p:nvPr/>
        </p:nvPicPr>
        <p:blipFill>
          <a:blip r:embed="rId2"/>
          <a:stretch>
            <a:fillRect/>
          </a:stretch>
        </p:blipFill>
        <p:spPr>
          <a:xfrm>
            <a:off x="2963988" y="2858889"/>
            <a:ext cx="5943600" cy="3352800"/>
          </a:xfrm>
          <a:prstGeom prst="rect">
            <a:avLst/>
          </a:prstGeom>
        </p:spPr>
      </p:pic>
    </p:spTree>
    <p:extLst>
      <p:ext uri="{BB962C8B-B14F-4D97-AF65-F5344CB8AC3E}">
        <p14:creationId xmlns:p14="http://schemas.microsoft.com/office/powerpoint/2010/main" val="1193002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Fidelity Levels</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4</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txBox="1">
            <a:spLocks/>
          </p:cNvSpPr>
          <p:nvPr/>
        </p:nvSpPr>
        <p:spPr>
          <a:xfrm>
            <a:off x="458348" y="1195482"/>
            <a:ext cx="10670117" cy="957265"/>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b="1">
                <a:latin typeface="Honeywell Sans" charset="0"/>
                <a:ea typeface="Honeywell Sans" charset="0"/>
                <a:cs typeface="Honeywell Sans" charset="0"/>
              </a:rPr>
              <a:t>Grey Boxes and High-Fidelity Text </a:t>
            </a:r>
            <a:r>
              <a:rPr lang="en-US" sz="1600">
                <a:latin typeface="Honeywell Sans" charset="0"/>
                <a:ea typeface="Honeywell Sans" charset="0"/>
                <a:cs typeface="Honeywell Sans" charset="0"/>
              </a:rPr>
              <a:t>allow you use the full gray scale spectrum to emphasize the layout and particular elements without taking the time to choose a color palette or cluttering your wireframe. </a:t>
            </a:r>
            <a:r>
              <a:rPr lang="en-US" sz="1600" dirty="0">
                <a:latin typeface="Honeywell Sans" charset="0"/>
                <a:ea typeface="Honeywell Sans" charset="0"/>
                <a:cs typeface="Honeywell Sans" charset="0"/>
              </a:rPr>
              <a:t>This may mean ﬁlling in the actual copy.</a:t>
            </a:r>
          </a:p>
        </p:txBody>
      </p:sp>
      <p:pic>
        <p:nvPicPr>
          <p:cNvPr id="9" name="Picture 8"/>
          <p:cNvPicPr>
            <a:picLocks noChangeAspect="1"/>
          </p:cNvPicPr>
          <p:nvPr/>
        </p:nvPicPr>
        <p:blipFill>
          <a:blip r:embed="rId2"/>
          <a:stretch>
            <a:fillRect/>
          </a:stretch>
        </p:blipFill>
        <p:spPr>
          <a:xfrm>
            <a:off x="585537" y="2612720"/>
            <a:ext cx="5537200" cy="2616200"/>
          </a:xfrm>
          <a:prstGeom prst="rect">
            <a:avLst/>
          </a:prstGeom>
          <a:ln>
            <a:solidFill>
              <a:schemeClr val="bg1">
                <a:lumMod val="95000"/>
              </a:schemeClr>
            </a:solidFill>
          </a:ln>
        </p:spPr>
      </p:pic>
      <p:pic>
        <p:nvPicPr>
          <p:cNvPr id="10" name="Picture 9"/>
          <p:cNvPicPr>
            <a:picLocks noChangeAspect="1"/>
          </p:cNvPicPr>
          <p:nvPr/>
        </p:nvPicPr>
        <p:blipFill>
          <a:blip r:embed="rId3"/>
          <a:stretch>
            <a:fillRect/>
          </a:stretch>
        </p:blipFill>
        <p:spPr>
          <a:xfrm>
            <a:off x="6385872" y="2612720"/>
            <a:ext cx="4894825" cy="2616200"/>
          </a:xfrm>
          <a:prstGeom prst="rect">
            <a:avLst/>
          </a:prstGeom>
          <a:ln>
            <a:solidFill>
              <a:schemeClr val="bg1">
                <a:lumMod val="95000"/>
              </a:schemeClr>
            </a:solidFill>
          </a:ln>
        </p:spPr>
      </p:pic>
    </p:spTree>
    <p:extLst>
      <p:ext uri="{BB962C8B-B14F-4D97-AF65-F5344CB8AC3E}">
        <p14:creationId xmlns:p14="http://schemas.microsoft.com/office/powerpoint/2010/main" val="19548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Wireframe Palette </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5</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color palette.png"/>
          <p:cNvPicPr>
            <a:picLocks noChangeAspect="1"/>
          </p:cNvPicPr>
          <p:nvPr/>
        </p:nvPicPr>
        <p:blipFill rotWithShape="1">
          <a:blip r:embed="rId2">
            <a:extLst>
              <a:ext uri="{28A0092B-C50C-407E-A947-70E740481C1C}">
                <a14:useLocalDpi xmlns:a14="http://schemas.microsoft.com/office/drawing/2010/main" val="0"/>
              </a:ext>
            </a:extLst>
          </a:blip>
          <a:srcRect r="51703" b="38412"/>
          <a:stretch/>
        </p:blipFill>
        <p:spPr>
          <a:xfrm>
            <a:off x="345124" y="1246325"/>
            <a:ext cx="5888337" cy="4221605"/>
          </a:xfrm>
          <a:prstGeom prst="rect">
            <a:avLst/>
          </a:prstGeom>
        </p:spPr>
      </p:pic>
      <p:pic>
        <p:nvPicPr>
          <p:cNvPr id="12" name="Picture 11" descr="color palette.png"/>
          <p:cNvPicPr>
            <a:picLocks noChangeAspect="1"/>
          </p:cNvPicPr>
          <p:nvPr/>
        </p:nvPicPr>
        <p:blipFill rotWithShape="1">
          <a:blip r:embed="rId2">
            <a:extLst>
              <a:ext uri="{28A0092B-C50C-407E-A947-70E740481C1C}">
                <a14:useLocalDpi xmlns:a14="http://schemas.microsoft.com/office/drawing/2010/main" val="0"/>
              </a:ext>
            </a:extLst>
          </a:blip>
          <a:srcRect t="66434" r="60160" b="1565"/>
          <a:stretch/>
        </p:blipFill>
        <p:spPr>
          <a:xfrm>
            <a:off x="6492664" y="3164254"/>
            <a:ext cx="4857237" cy="2193534"/>
          </a:xfrm>
          <a:prstGeom prst="rect">
            <a:avLst/>
          </a:prstGeom>
        </p:spPr>
      </p:pic>
    </p:spTree>
    <p:extLst>
      <p:ext uri="{BB962C8B-B14F-4D97-AF65-F5344CB8AC3E}">
        <p14:creationId xmlns:p14="http://schemas.microsoft.com/office/powerpoint/2010/main" val="1658764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Grid - </a:t>
            </a:r>
            <a:r>
              <a:rPr lang="en-US" sz="1400" dirty="0">
                <a:solidFill>
                  <a:schemeClr val="accent5"/>
                </a:solidFill>
                <a:hlinkClick r:id="rId2"/>
              </a:rPr>
              <a:t>http://1200px.com/</a:t>
            </a:r>
            <a:r>
              <a:rPr lang="en-US" sz="1400" dirty="0">
                <a:solidFill>
                  <a:schemeClr val="accent5"/>
                </a:solidFill>
              </a:rPr>
              <a:t> </a:t>
            </a: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6</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pic>
        <p:nvPicPr>
          <p:cNvPr id="7" name="Picture 6"/>
          <p:cNvPicPr>
            <a:picLocks noChangeAspect="1"/>
          </p:cNvPicPr>
          <p:nvPr/>
        </p:nvPicPr>
        <p:blipFill>
          <a:blip r:embed="rId3"/>
          <a:stretch>
            <a:fillRect/>
          </a:stretch>
        </p:blipFill>
        <p:spPr>
          <a:xfrm>
            <a:off x="458348" y="1197358"/>
            <a:ext cx="5652857" cy="4831042"/>
          </a:xfrm>
          <a:prstGeom prst="rect">
            <a:avLst/>
          </a:prstGeom>
        </p:spPr>
      </p:pic>
      <p:pic>
        <p:nvPicPr>
          <p:cNvPr id="8" name="Picture 7"/>
          <p:cNvPicPr>
            <a:picLocks noChangeAspect="1"/>
          </p:cNvPicPr>
          <p:nvPr/>
        </p:nvPicPr>
        <p:blipFill>
          <a:blip r:embed="rId4"/>
          <a:stretch>
            <a:fillRect/>
          </a:stretch>
        </p:blipFill>
        <p:spPr>
          <a:xfrm>
            <a:off x="6358751" y="1592415"/>
            <a:ext cx="5054477" cy="3580255"/>
          </a:xfrm>
          <a:prstGeom prst="rect">
            <a:avLst/>
          </a:prstGeom>
        </p:spPr>
      </p:pic>
    </p:spTree>
    <p:extLst>
      <p:ext uri="{BB962C8B-B14F-4D97-AF65-F5344CB8AC3E}">
        <p14:creationId xmlns:p14="http://schemas.microsoft.com/office/powerpoint/2010/main" val="1053585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Design Based on Wireframe</a:t>
            </a:r>
            <a:endParaRPr lang="en-US" sz="1400" dirty="0">
              <a:solidFill>
                <a:schemeClr val="accent5"/>
              </a:solidFill>
            </a:endParaRP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7</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pic>
        <p:nvPicPr>
          <p:cNvPr id="9" name="Picture 8"/>
          <p:cNvPicPr>
            <a:picLocks noChangeAspect="1"/>
          </p:cNvPicPr>
          <p:nvPr/>
        </p:nvPicPr>
        <p:blipFill>
          <a:blip r:embed="rId2"/>
          <a:stretch>
            <a:fillRect/>
          </a:stretch>
        </p:blipFill>
        <p:spPr>
          <a:xfrm>
            <a:off x="1905305" y="1149774"/>
            <a:ext cx="7796105" cy="5148517"/>
          </a:xfrm>
          <a:prstGeom prst="rect">
            <a:avLst/>
          </a:prstGeom>
        </p:spPr>
      </p:pic>
    </p:spTree>
    <p:extLst>
      <p:ext uri="{BB962C8B-B14F-4D97-AF65-F5344CB8AC3E}">
        <p14:creationId xmlns:p14="http://schemas.microsoft.com/office/powerpoint/2010/main" val="1090825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24" y="348803"/>
            <a:ext cx="10523336" cy="498475"/>
          </a:xfrm>
        </p:spPr>
        <p:txBody>
          <a:bodyPr/>
          <a:lstStyle/>
          <a:p>
            <a:r>
              <a:rPr lang="en-US" dirty="0"/>
              <a:t>References</a:t>
            </a:r>
            <a:endParaRPr lang="en-US" sz="1400" dirty="0">
              <a:solidFill>
                <a:schemeClr val="accent5"/>
              </a:solidFill>
            </a:endParaRPr>
          </a:p>
        </p:txBody>
      </p:sp>
      <p:sp>
        <p:nvSpPr>
          <p:cNvPr id="3" name="Slide Number Placeholder 2"/>
          <p:cNvSpPr>
            <a:spLocks noGrp="1"/>
          </p:cNvSpPr>
          <p:nvPr>
            <p:ph type="sldNum" sz="quarter" idx="10"/>
          </p:nvPr>
        </p:nvSpPr>
        <p:spPr/>
        <p:txBody>
          <a:bodyPr/>
          <a:lstStyle/>
          <a:p>
            <a:fld id="{7CBA9B0B-FAEF-6F4E-AA9D-4763F23C33FB}" type="slidenum">
              <a:rPr lang="en-US" altLang="en-US" smtClean="0"/>
              <a:pPr/>
              <a:t>8</a:t>
            </a:fld>
            <a:endParaRPr lang="en-US" altLang="en-US"/>
          </a:p>
        </p:txBody>
      </p:sp>
      <p:cxnSp>
        <p:nvCxnSpPr>
          <p:cNvPr id="84" name="Straight Connector 83"/>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7" name="Text Placeholder 2"/>
          <p:cNvSpPr txBox="1">
            <a:spLocks/>
          </p:cNvSpPr>
          <p:nvPr/>
        </p:nvSpPr>
        <p:spPr>
          <a:xfrm>
            <a:off x="354874" y="1552258"/>
            <a:ext cx="10513586" cy="896302"/>
          </a:xfrm>
          <a:prstGeom prst="rect">
            <a:avLst/>
          </a:prstGeom>
        </p:spPr>
        <p:txBody>
          <a:bodyPr/>
          <a:lstStyle>
            <a:lvl1pPr marL="169863" indent="-169863" algn="l" defTabSz="457200" rtl="0" eaLnBrk="0" fontAlgn="base" hangingPunct="0">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Helvetica Neue"/>
                <a:ea typeface="Helvetica Neue"/>
                <a:cs typeface="Arial"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a:latin typeface="Honeywell Sans" charset="0"/>
                <a:ea typeface="Honeywell Sans" charset="0"/>
                <a:cs typeface="Honeywell Sans" charset="0"/>
                <a:hlinkClick r:id="rId2"/>
              </a:rPr>
              <a:t>http://</a:t>
            </a:r>
            <a:r>
              <a:rPr lang="en-US" sz="1800" dirty="0">
                <a:latin typeface="Honeywell Sans" charset="0"/>
                <a:ea typeface="Honeywell Sans" charset="0"/>
                <a:cs typeface="Honeywell Sans" charset="0"/>
                <a:hlinkClick r:id="rId2"/>
              </a:rPr>
              <a:t>www.usability.gov/how-to-and-tools/methods/wireframing.html</a:t>
            </a:r>
          </a:p>
          <a:p>
            <a:r>
              <a:rPr lang="en-US" sz="1800" dirty="0">
                <a:latin typeface="Honeywell Sans" charset="0"/>
                <a:ea typeface="Honeywell Sans" charset="0"/>
                <a:cs typeface="Honeywell Sans" charset="0"/>
                <a:hlinkClick r:id="rId2"/>
              </a:rPr>
              <a:t>http://uxpin.e24files.com/uxpin_the_guide_to_wireframing.pdf</a:t>
            </a:r>
            <a:r>
              <a:rPr lang="en-US" sz="1800" dirty="0">
                <a:latin typeface="Honeywell Sans" charset="0"/>
                <a:ea typeface="Honeywell Sans" charset="0"/>
                <a:cs typeface="Honeywell Sans" charset="0"/>
              </a:rPr>
              <a:t> </a:t>
            </a:r>
          </a:p>
        </p:txBody>
      </p:sp>
    </p:spTree>
    <p:extLst>
      <p:ext uri="{BB962C8B-B14F-4D97-AF65-F5344CB8AC3E}">
        <p14:creationId xmlns:p14="http://schemas.microsoft.com/office/powerpoint/2010/main" val="474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CBA9B0B-FAEF-6F4E-AA9D-4763F23C33FB}" type="slidenum">
              <a:rPr lang="en-US" altLang="en-US" smtClean="0"/>
              <a:pPr/>
              <a:t>9</a:t>
            </a:fld>
            <a:endParaRPr lang="en-US" altLang="en-US"/>
          </a:p>
        </p:txBody>
      </p:sp>
      <p:sp>
        <p:nvSpPr>
          <p:cNvPr id="5" name="Title 1"/>
          <p:cNvSpPr>
            <a:spLocks noGrp="1"/>
          </p:cNvSpPr>
          <p:nvPr>
            <p:ph type="title"/>
          </p:nvPr>
        </p:nvSpPr>
        <p:spPr>
          <a:xfrm>
            <a:off x="345124" y="348803"/>
            <a:ext cx="10523336" cy="498475"/>
          </a:xfrm>
        </p:spPr>
        <p:txBody>
          <a:bodyPr/>
          <a:lstStyle/>
          <a:p>
            <a:r>
              <a:rPr lang="en-US" b="0" dirty="0">
                <a:latin typeface="Honeywell Sans Medium" charset="0"/>
                <a:ea typeface="Honeywell Sans Medium" charset="0"/>
                <a:cs typeface="Honeywell Sans Medium" charset="0"/>
              </a:rPr>
              <a:t>Thank You</a:t>
            </a:r>
            <a:endParaRPr lang="en-US" sz="1800" b="0" dirty="0">
              <a:solidFill>
                <a:srgbClr val="00B0F0"/>
              </a:solidFill>
              <a:latin typeface="Honeywell Sans Medium" charset="0"/>
              <a:ea typeface="Honeywell Sans Medium" charset="0"/>
              <a:cs typeface="Honeywell Sans Medium" charset="0"/>
            </a:endParaRPr>
          </a:p>
        </p:txBody>
      </p:sp>
      <p:cxnSp>
        <p:nvCxnSpPr>
          <p:cNvPr id="6" name="Straight Connector 5"/>
          <p:cNvCxnSpPr/>
          <p:nvPr/>
        </p:nvCxnSpPr>
        <p:spPr>
          <a:xfrm>
            <a:off x="458348" y="959045"/>
            <a:ext cx="10954880" cy="0"/>
          </a:xfrm>
          <a:prstGeom prst="line">
            <a:avLst/>
          </a:prstGeom>
          <a:ln w="28575" cmpd="sng">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14184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HUE Overview">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E93590D-DE32-7E41-83F0-9F0A8EFB44B5}"/>
    </a:ext>
  </a:extLst>
</a:theme>
</file>

<file path=ppt/theme/theme2.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8B3562B-CF69-AB42-A5A2-1E0A29CED889}"/>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9622A9A6-0BFA-C441-BD7B-7CE6A044E240}"/>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3ED0FC25-E379-3149-BA08-294511981F51}"/>
    </a:ext>
  </a:extLst>
</a:theme>
</file>

<file path=ppt/theme/theme5.xml><?xml version="1.0" encoding="utf-8"?>
<a:theme xmlns:a="http://schemas.openxmlformats.org/drawingml/2006/main" name="1_Honeywell Single Image Cover">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Matrix v3" id="{42F2CE04-14ED-9442-9A49-41AFAF093629}" vid="{8E944E06-72BD-0440-A1D1-44F548CF8B9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DEAEF24CE16714DBFF89EBB24D23B04" ma:contentTypeVersion="8" ma:contentTypeDescription="Create a new document." ma:contentTypeScope="" ma:versionID="fa174c6afff32858f53b06cc5e25cc73">
  <xsd:schema xmlns:xsd="http://www.w3.org/2001/XMLSchema" xmlns:xs="http://www.w3.org/2001/XMLSchema" xmlns:p="http://schemas.microsoft.com/office/2006/metadata/properties" xmlns:ns2="4c1981db-d8fb-4ca3-9d14-523ffc40b38c" xmlns:ns3="6ea289bd-17f2-459a-993b-2af49462c21e" targetNamespace="http://schemas.microsoft.com/office/2006/metadata/properties" ma:root="true" ma:fieldsID="bc283a575266b0a8c5b580b2751d02af" ns2:_="" ns3:_="">
    <xsd:import namespace="4c1981db-d8fb-4ca3-9d14-523ffc40b38c"/>
    <xsd:import namespace="6ea289bd-17f2-459a-993b-2af49462c21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1981db-d8fb-4ca3-9d14-523ffc40b38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ea289bd-17f2-459a-993b-2af49462c21e"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ED32E9-920D-4C1C-9F09-BBF10BDD588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42E6296-21E8-4417-901B-C06D6BE88F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1981db-d8fb-4ca3-9d14-523ffc40b38c"/>
    <ds:schemaRef ds:uri="6ea289bd-17f2-459a-993b-2af49462c2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DA64BD-D86D-4544-B84B-3921BF854E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Honeywell Widescreen</Template>
  <TotalTime>8278</TotalTime>
  <Words>388</Words>
  <Application>Microsoft Office PowerPoint</Application>
  <PresentationFormat>Widescreen</PresentationFormat>
  <Paragraphs>35</Paragraphs>
  <Slides>10</Slides>
  <Notes>1</Notes>
  <HiddenSlides>0</HiddenSlides>
  <MMClips>0</MMClips>
  <ScaleCrop>false</ScaleCrop>
  <HeadingPairs>
    <vt:vector size="4" baseType="variant">
      <vt:variant>
        <vt:lpstr>Theme</vt:lpstr>
      </vt:variant>
      <vt:variant>
        <vt:i4>5</vt:i4>
      </vt:variant>
      <vt:variant>
        <vt:lpstr>Slide Titles</vt:lpstr>
      </vt:variant>
      <vt:variant>
        <vt:i4>10</vt:i4>
      </vt:variant>
    </vt:vector>
  </HeadingPairs>
  <TitlesOfParts>
    <vt:vector size="15" baseType="lpstr">
      <vt:lpstr>HUE Overview</vt:lpstr>
      <vt:lpstr>Honeywell Single Image Cover</vt:lpstr>
      <vt:lpstr>Honeywell Theme</vt:lpstr>
      <vt:lpstr>1_Honeywell Theme</vt:lpstr>
      <vt:lpstr>1_Honeywell Single Image Cover</vt:lpstr>
      <vt:lpstr>PowerPoint Presentation</vt:lpstr>
      <vt:lpstr>Wireframes</vt:lpstr>
      <vt:lpstr>Creating Wireframes</vt:lpstr>
      <vt:lpstr>Fidelity Levels</vt:lpstr>
      <vt:lpstr>Fidelity Levels</vt:lpstr>
      <vt:lpstr>Wireframe Palette </vt:lpstr>
      <vt:lpstr>Grid - http://1200px.com/ </vt:lpstr>
      <vt:lpstr>Design Based on Wireframe</vt:lpstr>
      <vt:lpstr>References</vt:lpstr>
      <vt:lpstr>Thank You</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Dungey, David</dc:creator>
  <cp:lastModifiedBy>V, Tejaswini</cp:lastModifiedBy>
  <cp:revision>139</cp:revision>
  <cp:lastPrinted>2015-07-29T21:30:37Z</cp:lastPrinted>
  <dcterms:created xsi:type="dcterms:W3CDTF">2016-03-25T02:45:32Z</dcterms:created>
  <dcterms:modified xsi:type="dcterms:W3CDTF">2018-07-11T17:53:07Z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0x010100DDEAEF24CE16714DBFF89EBB24D23B04</vt:lpwstr>
  </property>
  <property fmtid="{D5CDD505-2E9C-101B-9397-08002B2CF9AE}" pid="3" name="Source">
    <vt:lpwstr>8f9874da50388e0acb1f5bab1b4b753b</vt:lpwstr>
  </property>
</Properties>
</file>