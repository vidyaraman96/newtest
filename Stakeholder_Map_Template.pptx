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93482" r:id="rId4"/>
    <p:sldMasterId id="2147493480" r:id="rId5"/>
    <p:sldMasterId id="2147493455" r:id="rId6"/>
    <p:sldMasterId id="2147493521" r:id="rId7"/>
    <p:sldMasterId id="2147493600" r:id="rId8"/>
  </p:sldMasterIdLst>
  <p:notesMasterIdLst>
    <p:notesMasterId r:id="rId12"/>
  </p:notesMasterIdLst>
  <p:handoutMasterIdLst>
    <p:handoutMasterId r:id="rId13"/>
  </p:handoutMasterIdLst>
  <p:sldIdLst>
    <p:sldId id="507" r:id="rId9"/>
    <p:sldId id="589" r:id="rId10"/>
    <p:sldId id="587" r:id="rId11"/>
  </p:sldIdLst>
  <p:sldSz cx="12192000" cy="6858000"/>
  <p:notesSz cx="7023100" cy="93091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7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>
          <p15:clr>
            <a:srgbClr val="A4A3A4"/>
          </p15:clr>
        </p15:guide>
        <p15:guide id="2" pos="221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ngey, David" initials="DD" lastIdx="2" clrIdx="0">
    <p:extLst/>
  </p:cmAuthor>
  <p:cmAuthor id="2" name="Dungey, David" initials="DD [2]" lastIdx="1" clrIdx="1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9FFB0"/>
    <a:srgbClr val="A7D971"/>
    <a:srgbClr val="595959"/>
    <a:srgbClr val="7F7F7F"/>
    <a:srgbClr val="E71D1D"/>
    <a:srgbClr val="EB2819"/>
    <a:srgbClr val="E42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344D84-9AFB-497E-A393-DC336BA19D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172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32"/>
        <p:guide pos="221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275" y="0"/>
            <a:ext cx="3043238" cy="465138"/>
          </a:xfrm>
          <a:prstGeom prst="rect">
            <a:avLst/>
          </a:prstGeom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9EB080D-8358-9C4A-BF6C-85EBED410712}" type="datetimeFigureOut">
              <a:rPr lang="en-US" altLang="en-US"/>
              <a:pPr/>
              <a:t>7/11/2018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275" y="8842375"/>
            <a:ext cx="3043238" cy="465138"/>
          </a:xfrm>
          <a:prstGeom prst="rect">
            <a:avLst/>
          </a:prstGeom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5CF15CF-47E5-6A48-B866-FAA1ADE5BE9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72978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275" y="0"/>
            <a:ext cx="3043238" cy="465138"/>
          </a:xfrm>
          <a:prstGeom prst="rect">
            <a:avLst/>
          </a:prstGeom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45F9174-45C6-974E-B1D1-976677190D1F}" type="datetimeFigureOut">
              <a:rPr lang="en-US" altLang="en-US"/>
              <a:pPr/>
              <a:t>7/11/2018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698500"/>
            <a:ext cx="62039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21188"/>
            <a:ext cx="5619750" cy="4189412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275" y="8842375"/>
            <a:ext cx="3043238" cy="465138"/>
          </a:xfrm>
          <a:prstGeom prst="rect">
            <a:avLst/>
          </a:prstGeom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3E644BB-4AA9-6C46-86D0-5ECC59FDEA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550910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E644BB-4AA9-6C46-86D0-5ECC59FDEAC6}" type="slidenum">
              <a:rPr lang="en-US" altLang="en-US" smtClean="0"/>
              <a:pPr/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8074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E644BB-4AA9-6C46-86D0-5ECC59FDEAC6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8328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Imag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 userDrawn="1"/>
        </p:nvCxnSpPr>
        <p:spPr>
          <a:xfrm>
            <a:off x="2851150" y="5959475"/>
            <a:ext cx="0" cy="492125"/>
          </a:xfrm>
          <a:prstGeom prst="line">
            <a:avLst/>
          </a:prstGeom>
          <a:ln w="9525" cmpd="sng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9"/>
          <p:cNvSpPr>
            <a:spLocks noGrp="1"/>
          </p:cNvSpPr>
          <p:nvPr>
            <p:ph type="body" sz="quarter" idx="13"/>
          </p:nvPr>
        </p:nvSpPr>
        <p:spPr>
          <a:xfrm>
            <a:off x="2864784" y="6222292"/>
            <a:ext cx="6617885" cy="254118"/>
          </a:xfrm>
          <a:prstGeom prst="rect">
            <a:avLst/>
          </a:prstGeom>
        </p:spPr>
        <p:txBody>
          <a:bodyPr vert="horz" anchor="ctr"/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2864788" y="5960263"/>
            <a:ext cx="6617887" cy="249655"/>
          </a:xfrm>
          <a:prstGeom prst="rect">
            <a:avLst/>
          </a:prstGeom>
        </p:spPr>
        <p:txBody>
          <a:bodyPr vert="horz" anchor="ctr"/>
          <a:lstStyle>
            <a:lvl1pPr>
              <a:defRPr sz="2400" b="1" i="0" cap="all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6"/>
          <p:cNvSpPr>
            <a:spLocks noGrp="1"/>
          </p:cNvSpPr>
          <p:nvPr>
            <p:ph sz="quarter" idx="10"/>
          </p:nvPr>
        </p:nvSpPr>
        <p:spPr>
          <a:xfrm>
            <a:off x="266710" y="5949950"/>
            <a:ext cx="2483273" cy="236792"/>
          </a:xfrm>
          <a:prstGeom prst="rect">
            <a:avLst/>
          </a:prstGeom>
        </p:spPr>
        <p:txBody>
          <a:bodyPr vert="horz" anchor="t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66701" y="6199311"/>
            <a:ext cx="2483275" cy="248524"/>
          </a:xfrm>
          <a:prstGeom prst="rect">
            <a:avLst/>
          </a:prstGeom>
        </p:spPr>
        <p:txBody>
          <a:bodyPr vert="horz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2263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-Imag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 userDrawn="1"/>
        </p:nvCxnSpPr>
        <p:spPr>
          <a:xfrm>
            <a:off x="2852738" y="5959475"/>
            <a:ext cx="0" cy="492125"/>
          </a:xfrm>
          <a:prstGeom prst="line">
            <a:avLst/>
          </a:prstGeom>
          <a:ln w="952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2851150" y="5959475"/>
            <a:ext cx="0" cy="492125"/>
          </a:xfrm>
          <a:prstGeom prst="line">
            <a:avLst/>
          </a:prstGeom>
          <a:ln w="9525" cmpd="sng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9"/>
          <p:cNvSpPr>
            <a:spLocks noGrp="1"/>
          </p:cNvSpPr>
          <p:nvPr>
            <p:ph type="body" sz="quarter" idx="13"/>
          </p:nvPr>
        </p:nvSpPr>
        <p:spPr>
          <a:xfrm>
            <a:off x="2864784" y="6222292"/>
            <a:ext cx="6617885" cy="254118"/>
          </a:xfrm>
          <a:prstGeom prst="rect">
            <a:avLst/>
          </a:prstGeom>
        </p:spPr>
        <p:txBody>
          <a:bodyPr vert="horz" anchor="ctr"/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2864788" y="5960263"/>
            <a:ext cx="6617887" cy="249655"/>
          </a:xfrm>
          <a:prstGeom prst="rect">
            <a:avLst/>
          </a:prstGeom>
        </p:spPr>
        <p:txBody>
          <a:bodyPr vert="horz" anchor="ctr"/>
          <a:lstStyle>
            <a:lvl1pPr>
              <a:defRPr sz="2400" b="1" i="0" cap="all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6"/>
          <p:cNvSpPr>
            <a:spLocks noGrp="1"/>
          </p:cNvSpPr>
          <p:nvPr>
            <p:ph sz="quarter" idx="10"/>
          </p:nvPr>
        </p:nvSpPr>
        <p:spPr>
          <a:xfrm>
            <a:off x="266710" y="5949950"/>
            <a:ext cx="2483273" cy="236792"/>
          </a:xfrm>
          <a:prstGeom prst="rect">
            <a:avLst/>
          </a:prstGeom>
        </p:spPr>
        <p:txBody>
          <a:bodyPr vert="horz" anchor="t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66701" y="6199311"/>
            <a:ext cx="2483275" cy="248524"/>
          </a:xfrm>
          <a:prstGeom prst="rect">
            <a:avLst/>
          </a:prstGeom>
        </p:spPr>
        <p:txBody>
          <a:bodyPr vert="horz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516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86105" y="357810"/>
            <a:ext cx="10669812" cy="49861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11645901" y="-28574"/>
            <a:ext cx="675217" cy="504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814D0C-58DA-754D-96DF-668AE432F1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686104" y="1005840"/>
            <a:ext cx="10669813" cy="5308600"/>
          </a:xfrm>
          <a:prstGeom prst="rect">
            <a:avLst/>
          </a:prstGeom>
        </p:spPr>
        <p:txBody>
          <a:bodyPr/>
          <a:lstStyle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-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2"/>
              </a:buCl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0799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570" y="508436"/>
            <a:ext cx="12004431" cy="571500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468923" y="1676400"/>
            <a:ext cx="11347939" cy="2057400"/>
          </a:xfrm>
          <a:prstGeom prst="rect">
            <a:avLst/>
          </a:prstGeom>
        </p:spPr>
        <p:txBody>
          <a:bodyPr/>
          <a:lstStyle>
            <a:lvl1pPr marL="173038" indent="-173038">
              <a:buClr>
                <a:srgbClr val="F83124"/>
              </a:buClr>
              <a:defRPr lang="en-US" sz="1800" kern="0" dirty="0" smtClean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68325" indent="-222250">
              <a:buClr>
                <a:srgbClr val="002060"/>
              </a:buClr>
              <a:defRPr sz="1800">
                <a:latin typeface="Arial" pitchFamily="34" charset="0"/>
                <a:cs typeface="Arial" pitchFamily="34" charset="0"/>
              </a:defRPr>
            </a:lvl2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468923" y="1219200"/>
            <a:ext cx="11347939" cy="381000"/>
          </a:xfrm>
          <a:prstGeom prst="rect">
            <a:avLst/>
          </a:prstGeom>
        </p:spPr>
        <p:txBody>
          <a:bodyPr/>
          <a:lstStyle>
            <a:lvl1pPr>
              <a:buNone/>
              <a:defRPr sz="1800" b="1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0" y="6019800"/>
            <a:ext cx="12192000" cy="457200"/>
          </a:xfrm>
          <a:prstGeom prst="rect">
            <a:avLst/>
          </a:prstGeom>
          <a:solidFill>
            <a:srgbClr val="F83124"/>
          </a:solidFill>
        </p:spPr>
        <p:txBody>
          <a:bodyPr/>
          <a:lstStyle>
            <a:lvl1pPr marL="0" indent="0" algn="ctr">
              <a:buNone/>
              <a:defRPr sz="2000" b="1" i="1" baseline="0">
                <a:solidFill>
                  <a:schemeClr val="bg1"/>
                </a:solidFill>
                <a:latin typeface="Arial Black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3782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pe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240" y="357192"/>
            <a:ext cx="10523336" cy="4984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645900" y="0"/>
            <a:ext cx="674688" cy="504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CBA9B0B-FAEF-6F4E-AA9D-4763F23C33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097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350520"/>
            <a:ext cx="12004431" cy="571500"/>
          </a:xfrm>
          <a:prstGeom prst="rect">
            <a:avLst/>
          </a:prstGeom>
        </p:spPr>
        <p:txBody>
          <a:bodyPr lIns="91429" tIns="45715" rIns="91429" bIns="45715"/>
          <a:lstStyle>
            <a:lvl1pPr algn="l">
              <a:defRPr sz="2600" b="1" spc="-150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302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4570" y="357810"/>
            <a:ext cx="10507948" cy="49861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14568" y="1005840"/>
            <a:ext cx="10507947" cy="5308600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fld id="{FC1E5D37-8D63-EA40-A83B-B2B3144548F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4500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 bwMode="auto">
          <a:xfrm>
            <a:off x="6008688" y="996950"/>
            <a:ext cx="0" cy="5334000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14572" y="357810"/>
            <a:ext cx="10499919" cy="4986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4"/>
          <p:cNvSpPr>
            <a:spLocks noGrp="1"/>
          </p:cNvSpPr>
          <p:nvPr>
            <p:ph sz="quarter" idx="12"/>
          </p:nvPr>
        </p:nvSpPr>
        <p:spPr>
          <a:xfrm>
            <a:off x="714793" y="1005840"/>
            <a:ext cx="5160304" cy="5308600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quarter" idx="15"/>
          </p:nvPr>
        </p:nvSpPr>
        <p:spPr>
          <a:xfrm>
            <a:off x="6150445" y="1005840"/>
            <a:ext cx="5064040" cy="53086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F9179EA4-3974-BE44-BAEC-75AB08C74F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0900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 bwMode="auto">
          <a:xfrm flipH="1">
            <a:off x="714375" y="3709988"/>
            <a:ext cx="10531475" cy="0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cxnSp>
        <p:nvCxnSpPr>
          <p:cNvPr id="8" name="Straight Connector 7"/>
          <p:cNvCxnSpPr/>
          <p:nvPr userDrawn="1"/>
        </p:nvCxnSpPr>
        <p:spPr bwMode="auto">
          <a:xfrm>
            <a:off x="6008688" y="996950"/>
            <a:ext cx="0" cy="5334000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sp>
        <p:nvSpPr>
          <p:cNvPr id="9" name="TextBox 10"/>
          <p:cNvSpPr txBox="1">
            <a:spLocks noChangeArrowheads="1"/>
          </p:cNvSpPr>
          <p:nvPr userDrawn="1"/>
        </p:nvSpPr>
        <p:spPr bwMode="auto">
          <a:xfrm>
            <a:off x="1666875" y="680402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endParaRPr lang="en-US" sz="1800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14250" y="364798"/>
            <a:ext cx="10531033" cy="5120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2"/>
          </p:nvPr>
        </p:nvSpPr>
        <p:spPr>
          <a:xfrm>
            <a:off x="714241" y="1005841"/>
            <a:ext cx="5172339" cy="262442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4"/>
          <p:cNvSpPr>
            <a:spLocks noGrp="1"/>
          </p:cNvSpPr>
          <p:nvPr>
            <p:ph sz="quarter" idx="15"/>
          </p:nvPr>
        </p:nvSpPr>
        <p:spPr>
          <a:xfrm>
            <a:off x="6134785" y="1005841"/>
            <a:ext cx="5110491" cy="262442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quarter" idx="22"/>
          </p:nvPr>
        </p:nvSpPr>
        <p:spPr>
          <a:xfrm>
            <a:off x="714241" y="3796581"/>
            <a:ext cx="5172339" cy="253424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sz="quarter" idx="23"/>
          </p:nvPr>
        </p:nvSpPr>
        <p:spPr>
          <a:xfrm>
            <a:off x="6134785" y="3796581"/>
            <a:ext cx="5110491" cy="253424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EE4036DE-DE71-014C-968C-F6EEF5D1CA3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2989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240" y="357192"/>
            <a:ext cx="10523336" cy="498475"/>
          </a:xfrm>
        </p:spPr>
        <p:txBody>
          <a:bodyPr/>
          <a:lstStyle>
            <a:lvl1pPr>
              <a:defRPr sz="2800" b="0" i="0">
                <a:latin typeface="Honeywell Sans Medium" charset="0"/>
                <a:ea typeface="Honeywell Sans Medium" charset="0"/>
                <a:cs typeface="Honeywell Sans Medium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CBA9B0B-FAEF-6F4E-AA9D-4763F23C33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1562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1267345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304800"/>
            <a:ext cx="12004431" cy="571500"/>
          </a:xfrm>
          <a:prstGeom prst="rect">
            <a:avLst/>
          </a:prstGeom>
        </p:spPr>
        <p:txBody>
          <a:bodyPr lIns="91429" tIns="45715" rIns="91429" bIns="45715"/>
          <a:lstStyle>
            <a:lvl1pPr algn="l">
              <a:defRPr sz="2600" b="1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468923" y="1676400"/>
            <a:ext cx="11347939" cy="2057400"/>
          </a:xfrm>
          <a:prstGeom prst="rect">
            <a:avLst/>
          </a:prstGeom>
        </p:spPr>
        <p:txBody>
          <a:bodyPr lIns="91429" tIns="45715" rIns="91429" bIns="45715"/>
          <a:lstStyle>
            <a:lvl1pPr marL="173018" indent="-173018">
              <a:buClr>
                <a:srgbClr val="F83124"/>
              </a:buClr>
              <a:defRPr lang="en-US" sz="1800" kern="0" dirty="0" smtClean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68261" indent="-222224">
              <a:buClr>
                <a:srgbClr val="002060"/>
              </a:buClr>
              <a:defRPr sz="1800">
                <a:latin typeface="Arial" pitchFamily="34" charset="0"/>
                <a:cs typeface="Arial" pitchFamily="34" charset="0"/>
              </a:defRPr>
            </a:lvl2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marL="800009" lvl="1" indent="-176193" algn="l" defTabSz="914296" rtl="0" eaLnBrk="0" latinLnBrk="0" hangingPunct="0">
              <a:spcBef>
                <a:spcPts val="900"/>
              </a:spcBef>
              <a:buClr>
                <a:srgbClr val="00B050"/>
              </a:buClr>
              <a:buSzPct val="80000"/>
              <a:buFont typeface="Wingdings" pitchFamily="2" charset="2"/>
              <a:buChar char="v"/>
              <a:defRPr/>
            </a:pPr>
            <a:r>
              <a:rPr lang="en-US"/>
              <a:t>Third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468923" y="1219200"/>
            <a:ext cx="11347939" cy="381000"/>
          </a:xfrm>
          <a:prstGeom prst="rect">
            <a:avLst/>
          </a:prstGeom>
        </p:spPr>
        <p:txBody>
          <a:bodyPr lIns="91429" tIns="45715" rIns="91429" bIns="45715"/>
          <a:lstStyle>
            <a:lvl1pPr>
              <a:buNone/>
              <a:defRPr sz="1800" b="1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20380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ext with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14313" y="6364288"/>
            <a:ext cx="11977687" cy="493712"/>
          </a:xfrm>
          <a:prstGeom prst="rect">
            <a:avLst/>
          </a:prstGeom>
          <a:solidFill>
            <a:schemeClr val="bg1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ound Single Corner Rectangle 5"/>
          <p:cNvSpPr/>
          <p:nvPr userDrawn="1"/>
        </p:nvSpPr>
        <p:spPr>
          <a:xfrm>
            <a:off x="0" y="6364288"/>
            <a:ext cx="11583988" cy="504825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709621" y="364015"/>
            <a:ext cx="10491779" cy="5118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15384" y="6384610"/>
            <a:ext cx="11063816" cy="4572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2"/>
          </p:nvPr>
        </p:nvSpPr>
        <p:spPr>
          <a:xfrm>
            <a:off x="709621" y="1005463"/>
            <a:ext cx="10491779" cy="5075237"/>
          </a:xfrm>
          <a:prstGeom prst="rect">
            <a:avLst/>
          </a:prstGeom>
        </p:spPr>
        <p:txBody>
          <a:bodyPr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z="1000"/>
            </a:lvl1pPr>
          </a:lstStyle>
          <a:p>
            <a:fld id="{ADCFD273-3BA9-0844-8544-A4EE6CAE2C7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7556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214313" y="6364288"/>
            <a:ext cx="11977687" cy="493712"/>
          </a:xfrm>
          <a:prstGeom prst="rect">
            <a:avLst/>
          </a:prstGeom>
          <a:solidFill>
            <a:schemeClr val="bg1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ound Single Corner Rectangle 6"/>
          <p:cNvSpPr/>
          <p:nvPr userDrawn="1"/>
        </p:nvSpPr>
        <p:spPr>
          <a:xfrm>
            <a:off x="0" y="6364288"/>
            <a:ext cx="11583988" cy="504825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 bwMode="auto">
          <a:xfrm>
            <a:off x="6008688" y="996950"/>
            <a:ext cx="0" cy="5056188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109" y="357192"/>
            <a:ext cx="10480347" cy="4984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"/>
          <p:cNvSpPr>
            <a:spLocks noGrp="1"/>
          </p:cNvSpPr>
          <p:nvPr>
            <p:ph sz="quarter" idx="12"/>
          </p:nvPr>
        </p:nvSpPr>
        <p:spPr>
          <a:xfrm>
            <a:off x="714110" y="1005840"/>
            <a:ext cx="5172300" cy="5047934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quarter" idx="16"/>
          </p:nvPr>
        </p:nvSpPr>
        <p:spPr>
          <a:xfrm>
            <a:off x="6143515" y="1005840"/>
            <a:ext cx="5050940" cy="5047934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15384" y="6384610"/>
            <a:ext cx="11063816" cy="4572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EF5F0A62-F77C-0641-A60D-6B56B0D924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2622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Layout With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214313" y="6364288"/>
            <a:ext cx="11977687" cy="493712"/>
          </a:xfrm>
          <a:prstGeom prst="rect">
            <a:avLst/>
          </a:prstGeom>
          <a:solidFill>
            <a:schemeClr val="bg1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ound Single Corner Rectangle 8"/>
          <p:cNvSpPr/>
          <p:nvPr userDrawn="1"/>
        </p:nvSpPr>
        <p:spPr>
          <a:xfrm>
            <a:off x="0" y="6364288"/>
            <a:ext cx="11583988" cy="504825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 bwMode="auto">
          <a:xfrm flipH="1">
            <a:off x="714375" y="3709988"/>
            <a:ext cx="10531475" cy="0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cxnSp>
        <p:nvCxnSpPr>
          <p:cNvPr id="11" name="Straight Connector 10"/>
          <p:cNvCxnSpPr/>
          <p:nvPr userDrawn="1"/>
        </p:nvCxnSpPr>
        <p:spPr bwMode="auto">
          <a:xfrm>
            <a:off x="6008688" y="996950"/>
            <a:ext cx="0" cy="5184775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714111" y="364859"/>
            <a:ext cx="10472508" cy="4853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5" name="Content Placeholder 4"/>
          <p:cNvSpPr>
            <a:spLocks noGrp="1"/>
          </p:cNvSpPr>
          <p:nvPr>
            <p:ph sz="quarter" idx="23"/>
          </p:nvPr>
        </p:nvSpPr>
        <p:spPr>
          <a:xfrm>
            <a:off x="714108" y="3796577"/>
            <a:ext cx="5165333" cy="238514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ontent Placeholder 4"/>
          <p:cNvSpPr>
            <a:spLocks noGrp="1"/>
          </p:cNvSpPr>
          <p:nvPr>
            <p:ph sz="quarter" idx="24"/>
          </p:nvPr>
        </p:nvSpPr>
        <p:spPr>
          <a:xfrm>
            <a:off x="6123491" y="3796577"/>
            <a:ext cx="5063135" cy="238514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ontent Placeholder 4"/>
          <p:cNvSpPr>
            <a:spLocks noGrp="1"/>
          </p:cNvSpPr>
          <p:nvPr>
            <p:ph sz="quarter" idx="12"/>
          </p:nvPr>
        </p:nvSpPr>
        <p:spPr>
          <a:xfrm>
            <a:off x="714108" y="1005841"/>
            <a:ext cx="5165333" cy="262442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ontent Placeholder 4"/>
          <p:cNvSpPr>
            <a:spLocks noGrp="1"/>
          </p:cNvSpPr>
          <p:nvPr>
            <p:ph sz="quarter" idx="25"/>
          </p:nvPr>
        </p:nvSpPr>
        <p:spPr>
          <a:xfrm>
            <a:off x="6123491" y="1005841"/>
            <a:ext cx="5063135" cy="2624429"/>
          </a:xfrm>
          <a:prstGeom prst="rect">
            <a:avLst/>
          </a:prstGeom>
        </p:spPr>
        <p:txBody>
          <a:bodyPr/>
          <a:lstStyle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15384" y="6384610"/>
            <a:ext cx="11063816" cy="4572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fld id="{1F4DDCF1-86F2-EE49-BE3C-309AC809379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0537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 Layout W/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214313" y="6364288"/>
            <a:ext cx="11977687" cy="493712"/>
          </a:xfrm>
          <a:prstGeom prst="rect">
            <a:avLst/>
          </a:prstGeom>
          <a:solidFill>
            <a:schemeClr val="bg1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ound Single Corner Rectangle 4"/>
          <p:cNvSpPr/>
          <p:nvPr userDrawn="1"/>
        </p:nvSpPr>
        <p:spPr>
          <a:xfrm>
            <a:off x="0" y="6364288"/>
            <a:ext cx="11583988" cy="504825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242" y="357192"/>
            <a:ext cx="10455164" cy="4984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15384" y="6384610"/>
            <a:ext cx="11063816" cy="4572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0E3C6540-DC68-5745-8920-98AA7730433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87545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-Imag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 userDrawn="1"/>
        </p:nvCxnSpPr>
        <p:spPr>
          <a:xfrm>
            <a:off x="2852738" y="5959475"/>
            <a:ext cx="0" cy="492125"/>
          </a:xfrm>
          <a:prstGeom prst="line">
            <a:avLst/>
          </a:prstGeom>
          <a:ln w="952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2851150" y="5959475"/>
            <a:ext cx="0" cy="492125"/>
          </a:xfrm>
          <a:prstGeom prst="line">
            <a:avLst/>
          </a:prstGeom>
          <a:ln w="952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9"/>
          <p:cNvSpPr>
            <a:spLocks noGrp="1"/>
          </p:cNvSpPr>
          <p:nvPr>
            <p:ph type="body" sz="quarter" idx="13"/>
          </p:nvPr>
        </p:nvSpPr>
        <p:spPr>
          <a:xfrm>
            <a:off x="2864783" y="6222292"/>
            <a:ext cx="6617885" cy="254118"/>
          </a:xfrm>
          <a:prstGeom prst="rect">
            <a:avLst/>
          </a:prstGeom>
        </p:spPr>
        <p:txBody>
          <a:bodyPr vert="horz" anchor="ctr"/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2864782" y="5960249"/>
            <a:ext cx="6617887" cy="249655"/>
          </a:xfrm>
          <a:prstGeom prst="rect">
            <a:avLst/>
          </a:prstGeom>
        </p:spPr>
        <p:txBody>
          <a:bodyPr vert="horz" anchor="ctr"/>
          <a:lstStyle>
            <a:lvl1pPr>
              <a:defRPr sz="2400" b="1" i="0" cap="all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6"/>
          <p:cNvSpPr>
            <a:spLocks noGrp="1"/>
          </p:cNvSpPr>
          <p:nvPr>
            <p:ph sz="quarter" idx="10"/>
          </p:nvPr>
        </p:nvSpPr>
        <p:spPr>
          <a:xfrm>
            <a:off x="266701" y="5949950"/>
            <a:ext cx="2483273" cy="236792"/>
          </a:xfrm>
          <a:prstGeom prst="rect">
            <a:avLst/>
          </a:prstGeom>
        </p:spPr>
        <p:txBody>
          <a:bodyPr vert="horz" anchor="t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66700" y="6199311"/>
            <a:ext cx="2483275" cy="248524"/>
          </a:xfrm>
          <a:prstGeom prst="rect">
            <a:avLst/>
          </a:prstGeom>
        </p:spPr>
        <p:txBody>
          <a:bodyPr vert="horz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912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8.jpe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9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11.png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10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8213" y="1973263"/>
            <a:ext cx="3644900" cy="3665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9" descr="Picture1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875"/>
            <a:ext cx="4624388" cy="565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12" descr="Picture2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963" y="-15875"/>
            <a:ext cx="7424737" cy="190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13" descr="Picture3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088" y="1973263"/>
            <a:ext cx="3668712" cy="201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14" descr="Picture5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963" y="4052888"/>
            <a:ext cx="3659187" cy="158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2" descr="\\localhost\Volumes\DMS-Server\Clients\Honeywell PPT \Honeywell - Freestanding Logos\Honeywell - Freestanding Logo RGB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9463" y="6108700"/>
            <a:ext cx="1895475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4" descr="Corner-01 copy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92538"/>
            <a:ext cx="12188825" cy="305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10" descr="\\localhost\Volumes\DMS-Server\Clients\Honeywell PPT \Honeywell - Freestanding Logos\Honeywell - Freestanding Logo RGB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9463" y="6097588"/>
            <a:ext cx="1895475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4080" r:id="rId1"/>
  </p:sldLayoutIdLst>
  <p:hf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kern="12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defRPr kern="1200">
          <a:solidFill>
            <a:schemeClr val="tx1"/>
          </a:solidFill>
          <a:latin typeface="Helvetica 55 Roman"/>
          <a:ea typeface="ＭＳ Ｐゴシック" charset="0"/>
          <a:cs typeface="Helvetica 55 Roman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Helvetica Neue"/>
          <a:ea typeface="ＭＳ Ｐゴシック" charset="0"/>
          <a:cs typeface="Helvetica Neue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SzPct val="90000"/>
        <a:buFont typeface="Courier New" charset="0"/>
        <a:buChar char="o"/>
        <a:defRPr sz="1400" kern="1200">
          <a:solidFill>
            <a:schemeClr val="tx1"/>
          </a:solidFill>
          <a:latin typeface="Helvetica Neue"/>
          <a:ea typeface="Helvetica Neue"/>
          <a:cs typeface="Helvetica Neue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" descr="ATail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01525" cy="607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5" descr="Corner-01 copy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92538"/>
            <a:ext cx="12188825" cy="305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6" descr="\\localhost\Volumes\DMS-Server\Clients\Honeywell PPT \Honeywell - Freestanding Logos\Honeywell - Freestanding Logo RGB.png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9463" y="6097588"/>
            <a:ext cx="1895475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 userDrawn="1"/>
        </p:nvSpPr>
        <p:spPr>
          <a:xfrm>
            <a:off x="5005388" y="1717675"/>
            <a:ext cx="1824037" cy="833438"/>
          </a:xfrm>
          <a:prstGeom prst="rect">
            <a:avLst/>
          </a:prstGeom>
        </p:spPr>
        <p:txBody>
          <a:bodyPr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HelveticaNeue BoldCond"/>
                <a:ea typeface="ＭＳ Ｐゴシック" charset="0"/>
                <a:cs typeface="HelveticaNeue BoldCon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ＭＳ Ｐゴシック" charset="0"/>
                <a:cs typeface="HelveticaNeue BoldCond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ＭＳ Ｐゴシック" charset="0"/>
                <a:cs typeface="HelveticaNeue BoldCond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ＭＳ Ｐゴシック" charset="0"/>
                <a:cs typeface="HelveticaNeue BoldCond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ＭＳ Ｐゴシック" charset="0"/>
                <a:cs typeface="HelveticaNeue BoldCond"/>
              </a:defRPr>
            </a:lvl5pPr>
            <a:lvl6pPr marL="457200" algn="l" defTabSz="457200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HelveticaNeue BoldCond"/>
                <a:cs typeface="HelveticaNeue BoldCond"/>
              </a:defRPr>
            </a:lvl6pPr>
            <a:lvl7pPr marL="914400" algn="l" defTabSz="457200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HelveticaNeue BoldCond"/>
                <a:cs typeface="HelveticaNeue BoldCond"/>
              </a:defRPr>
            </a:lvl7pPr>
            <a:lvl8pPr marL="1371600" algn="l" defTabSz="457200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HelveticaNeue BoldCond"/>
                <a:cs typeface="HelveticaNeue BoldCond"/>
              </a:defRPr>
            </a:lvl8pPr>
            <a:lvl9pPr marL="1828800" algn="l" defTabSz="457200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HelveticaNeue BoldCond"/>
                <a:cs typeface="HelveticaNeue BoldCond"/>
              </a:defRPr>
            </a:lvl9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  <a:latin typeface="Arial" charset="0"/>
              </a:rPr>
              <a:t>HUE</a:t>
            </a:r>
          </a:p>
        </p:txBody>
      </p:sp>
      <p:sp>
        <p:nvSpPr>
          <p:cNvPr id="2" name="Donut 1"/>
          <p:cNvSpPr/>
          <p:nvPr userDrawn="1"/>
        </p:nvSpPr>
        <p:spPr>
          <a:xfrm>
            <a:off x="4768850" y="1303338"/>
            <a:ext cx="1281113" cy="1281112"/>
          </a:xfrm>
          <a:prstGeom prst="donut">
            <a:avLst>
              <a:gd name="adj" fmla="val 4098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4081" r:id="rId1"/>
    <p:sldLayoutId id="2147494090" r:id="rId2"/>
    <p:sldLayoutId id="2147494096" r:id="rId3"/>
    <p:sldLayoutId id="2147494103" r:id="rId4"/>
    <p:sldLayoutId id="2147494104" r:id="rId5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2400" kern="12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defRPr kern="1200">
          <a:solidFill>
            <a:schemeClr val="tx1"/>
          </a:solidFill>
          <a:latin typeface="Helvetica 55 Roman"/>
          <a:ea typeface="ＭＳ Ｐゴシック" charset="0"/>
          <a:cs typeface="Helvetica 55 Roman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Helvetica Neue"/>
          <a:ea typeface="ＭＳ Ｐゴシック" charset="0"/>
          <a:cs typeface="Helvetica Neue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SzPct val="90000"/>
        <a:buFont typeface="Courier New" charset="0"/>
        <a:buChar char="o"/>
        <a:defRPr sz="1400" kern="1200">
          <a:solidFill>
            <a:schemeClr val="tx1"/>
          </a:solidFill>
          <a:latin typeface="Helvetica Neue"/>
          <a:ea typeface="Helvetica Neue"/>
          <a:cs typeface="Helvetica Neue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orner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Title Placeholder 1"/>
          <p:cNvSpPr>
            <a:spLocks noGrp="1"/>
          </p:cNvSpPr>
          <p:nvPr>
            <p:ph type="title"/>
          </p:nvPr>
        </p:nvSpPr>
        <p:spPr bwMode="auto">
          <a:xfrm>
            <a:off x="368839" y="340410"/>
            <a:ext cx="104806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45900" y="0"/>
            <a:ext cx="674688" cy="5048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fld id="{2A8CB18A-F66A-0349-9EA4-9C9209B05FC4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5125" name="Picture 10" descr="\\localhost\Volumes\DMS-Server\Clients\Honeywell PPT \Honeywell - Freestanding Logos\Honeywell - Freestanding Logo RGB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8600" y="6519863"/>
            <a:ext cx="13716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6" name="Rectangle 23"/>
          <p:cNvSpPr>
            <a:spLocks noChangeArrowheads="1"/>
          </p:cNvSpPr>
          <p:nvPr/>
        </p:nvSpPr>
        <p:spPr bwMode="auto">
          <a:xfrm>
            <a:off x="1123677" y="6558210"/>
            <a:ext cx="251777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707070"/>
                </a:solidFill>
              </a:rPr>
              <a:t>© 2016 by Honeywell International Inc. All rights reserved. 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39" y="6580188"/>
            <a:ext cx="578670" cy="18643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4078" r:id="rId1"/>
    <p:sldLayoutId id="2147494082" r:id="rId2"/>
    <p:sldLayoutId id="2147494083" r:id="rId3"/>
    <p:sldLayoutId id="2147494079" r:id="rId4"/>
    <p:sldLayoutId id="2147494098" r:id="rId5"/>
    <p:sldLayoutId id="2147494101" r:id="rId6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lang="en-US" sz="2400" b="1" i="0" kern="1200" dirty="0">
          <a:solidFill>
            <a:schemeClr val="tx1"/>
          </a:solidFill>
          <a:latin typeface="Honeywell Sans" charset="0"/>
          <a:ea typeface="Honeywell Sans" charset="0"/>
          <a:cs typeface="Honeywell Sans" charset="0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698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1pPr>
      <a:lvl2pPr marL="627063" indent="-169863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-"/>
        <a:defRPr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2pPr>
      <a:lvl3pPr marL="10842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7F7F7F"/>
        </a:buClr>
        <a:buSzPct val="90000"/>
        <a:buFont typeface="Wingdings" charset="2"/>
        <a:buChar char="§"/>
        <a:defRPr sz="16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1" descr="16-9 wTKaway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07875" cy="686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Title Placeholder 1"/>
          <p:cNvSpPr>
            <a:spLocks noGrp="1"/>
          </p:cNvSpPr>
          <p:nvPr>
            <p:ph type="title"/>
          </p:nvPr>
        </p:nvSpPr>
        <p:spPr bwMode="auto">
          <a:xfrm>
            <a:off x="712788" y="357188"/>
            <a:ext cx="105092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1268" name="Rectangle 23"/>
          <p:cNvSpPr>
            <a:spLocks noChangeArrowheads="1"/>
          </p:cNvSpPr>
          <p:nvPr/>
        </p:nvSpPr>
        <p:spPr bwMode="auto">
          <a:xfrm>
            <a:off x="730250" y="6164263"/>
            <a:ext cx="251777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707070"/>
                </a:solidFill>
              </a:rPr>
              <a:t>© 2016 by Honeywell International Inc. All rights reserved. 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45900" y="0"/>
            <a:ext cx="674688" cy="5048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fld id="{565D113E-1FDA-DC45-9CDC-9509235C1AF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4085" r:id="rId1"/>
    <p:sldLayoutId id="2147494086" r:id="rId2"/>
    <p:sldLayoutId id="2147494087" r:id="rId3"/>
    <p:sldLayoutId id="2147494088" r:id="rId4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lang="en-US" sz="2800" b="1" kern="1200" dirty="0">
          <a:solidFill>
            <a:schemeClr val="tx1"/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698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1pPr>
      <a:lvl2pPr marL="627063" indent="-169863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-"/>
        <a:defRPr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2pPr>
      <a:lvl3pPr marL="10842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7F7F7F"/>
        </a:buClr>
        <a:buSzPct val="90000"/>
        <a:buFont typeface="Wingdings" charset="2"/>
        <a:buChar char="§"/>
        <a:defRPr sz="16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4" descr="ATail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9938" cy="594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4" descr="Corner-01 copy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10063"/>
            <a:ext cx="12192000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2" descr="\\localhost\Volumes\DMS-Server\Clients\Honeywell PPT \Honeywell - Freestanding Logos\Honeywell - Freestanding Logo RGB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9463" y="6199188"/>
            <a:ext cx="1900237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4089" r:id="rId1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2400" kern="12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defRPr kern="1200">
          <a:solidFill>
            <a:schemeClr val="tx1"/>
          </a:solidFill>
          <a:latin typeface="Helvetica 55 Roman"/>
          <a:ea typeface="ＭＳ Ｐゴシック" charset="0"/>
          <a:cs typeface="Helvetica 55 Roman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Helvetica Neue"/>
          <a:ea typeface="ＭＳ Ｐゴシック" charset="0"/>
          <a:cs typeface="Helvetica Neue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SzPct val="90000"/>
        <a:buFont typeface="Courier New" charset="0"/>
        <a:buChar char="o"/>
        <a:defRPr sz="1400" kern="1200">
          <a:solidFill>
            <a:schemeClr val="tx1"/>
          </a:solidFill>
          <a:latin typeface="Helvetica Neue"/>
          <a:ea typeface="Helvetica Neue"/>
          <a:cs typeface="Helvetica Neue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Placeholder 5"/>
          <p:cNvSpPr>
            <a:spLocks noGrp="1"/>
          </p:cNvSpPr>
          <p:nvPr>
            <p:ph type="body" sz="quarter" idx="13"/>
          </p:nvPr>
        </p:nvSpPr>
        <p:spPr bwMode="auto">
          <a:xfrm>
            <a:off x="2865438" y="6223000"/>
            <a:ext cx="6616700" cy="254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marL="0" indent="0"/>
            <a:r>
              <a:rPr lang="en-US" altLang="en-US">
                <a:solidFill>
                  <a:srgbClr val="595959"/>
                </a:solidFill>
                <a:latin typeface="Honeywell Sans" charset="0"/>
                <a:ea typeface="Honeywell Sans" charset="0"/>
                <a:cs typeface="Honeywell Sans" charset="0"/>
              </a:rPr>
              <a:t>Template</a:t>
            </a:r>
          </a:p>
        </p:txBody>
      </p:sp>
      <p:sp>
        <p:nvSpPr>
          <p:cNvPr id="20482" name="Text Placeholder 4"/>
          <p:cNvSpPr>
            <a:spLocks noGrp="1"/>
          </p:cNvSpPr>
          <p:nvPr>
            <p:ph type="body" sz="quarter" idx="12"/>
          </p:nvPr>
        </p:nvSpPr>
        <p:spPr bwMode="auto">
          <a:xfrm>
            <a:off x="2865438" y="5959475"/>
            <a:ext cx="6616700" cy="250825"/>
          </a:xfrm>
          <a:extLst/>
        </p:spPr>
        <p:txBody>
          <a:bodyPr vert="horz" anchor="ctr"/>
          <a:lstStyle/>
          <a:p>
            <a:r>
              <a:rPr lang="en-US" altLang="en-US">
                <a:latin typeface="Honeywell Sans" charset="0"/>
                <a:ea typeface="Honeywell Sans" charset="0"/>
                <a:cs typeface="Honeywell Sans" charset="0"/>
              </a:rPr>
              <a:t>Stakeholder map</a:t>
            </a:r>
          </a:p>
        </p:txBody>
      </p:sp>
      <p:sp>
        <p:nvSpPr>
          <p:cNvPr id="20483" name="Content Placeholder 1"/>
          <p:cNvSpPr>
            <a:spLocks noGrp="1"/>
          </p:cNvSpPr>
          <p:nvPr>
            <p:ph sz="quarter" idx="10"/>
          </p:nvPr>
        </p:nvSpPr>
        <p:spPr bwMode="auto">
          <a:xfrm>
            <a:off x="266700" y="5949950"/>
            <a:ext cx="2482850" cy="2365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marL="0" indent="0"/>
            <a:r>
              <a:rPr lang="en-US" altLang="en-US">
                <a:solidFill>
                  <a:srgbClr val="595959"/>
                </a:solidFill>
                <a:latin typeface="Honeywell Sans" charset="0"/>
                <a:ea typeface="Honeywell Sans" charset="0"/>
                <a:cs typeface="Honeywell Sans" charset="0"/>
              </a:rPr>
              <a:t>Avinash Shrivastava</a:t>
            </a:r>
          </a:p>
        </p:txBody>
      </p:sp>
      <p:sp>
        <p:nvSpPr>
          <p:cNvPr id="20484" name="Text Placeholder 3"/>
          <p:cNvSpPr>
            <a:spLocks noGrp="1"/>
          </p:cNvSpPr>
          <p:nvPr>
            <p:ph type="body" sz="quarter" idx="11"/>
          </p:nvPr>
        </p:nvSpPr>
        <p:spPr bwMode="auto">
          <a:xfrm>
            <a:off x="266700" y="6199188"/>
            <a:ext cx="2482850" cy="2492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/>
            <a:r>
              <a:rPr lang="en-US" altLang="en-US">
                <a:solidFill>
                  <a:srgbClr val="595959"/>
                </a:solidFill>
                <a:latin typeface="Honeywell Sans" charset="0"/>
                <a:ea typeface="Honeywell Sans" charset="0"/>
                <a:cs typeface="Honeywell Sans" charset="0"/>
              </a:rPr>
              <a:t>Nov 2016</a:t>
            </a:r>
          </a:p>
        </p:txBody>
      </p:sp>
      <p:sp>
        <p:nvSpPr>
          <p:cNvPr id="20485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517313" y="0"/>
            <a:ext cx="674687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76B4F42D-98EE-4A47-AEDA-D0FFDA8DDBEF}" type="slidenum">
              <a:rPr lang="en-US" altLang="en-US" sz="1100">
                <a:solidFill>
                  <a:schemeClr val="bg1"/>
                </a:solidFill>
              </a:rPr>
              <a:pPr eaLnBrk="1" hangingPunct="1"/>
              <a:t>0</a:t>
            </a:fld>
            <a:endParaRPr lang="en-US" altLang="en-US" sz="11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124" y="348803"/>
            <a:ext cx="10523336" cy="498475"/>
          </a:xfrm>
        </p:spPr>
        <p:txBody>
          <a:bodyPr/>
          <a:lstStyle/>
          <a:p>
            <a:r>
              <a:rPr lang="en-US"/>
              <a:t>Stakeholder Map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BA9B0B-FAEF-6F4E-AA9D-4763F23C33FB}" type="slidenum">
              <a:rPr lang="en-US" altLang="en-US" smtClean="0"/>
              <a:pPr/>
              <a:t>1</a:t>
            </a:fld>
            <a:endParaRPr lang="en-US" altLang="en-US"/>
          </a:p>
        </p:txBody>
      </p:sp>
      <p:cxnSp>
        <p:nvCxnSpPr>
          <p:cNvPr id="84" name="Straight Connector 83"/>
          <p:cNvCxnSpPr/>
          <p:nvPr/>
        </p:nvCxnSpPr>
        <p:spPr>
          <a:xfrm>
            <a:off x="458348" y="959045"/>
            <a:ext cx="10954880" cy="0"/>
          </a:xfrm>
          <a:prstGeom prst="line">
            <a:avLst/>
          </a:prstGeom>
          <a:ln w="28575" cmpd="sng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" name="Group 3"/>
          <p:cNvGrpSpPr>
            <a:grpSpLocks/>
          </p:cNvGrpSpPr>
          <p:nvPr/>
        </p:nvGrpSpPr>
        <p:grpSpPr bwMode="auto">
          <a:xfrm>
            <a:off x="1549976" y="2213418"/>
            <a:ext cx="1081087" cy="1082675"/>
            <a:chOff x="6049211" y="3308460"/>
            <a:chExt cx="1437330" cy="1437330"/>
          </a:xfrm>
        </p:grpSpPr>
        <p:sp>
          <p:nvSpPr>
            <p:cNvPr id="56" name="Oval 55"/>
            <p:cNvSpPr/>
            <p:nvPr/>
          </p:nvSpPr>
          <p:spPr bwMode="auto">
            <a:xfrm>
              <a:off x="6049211" y="3308460"/>
              <a:ext cx="1437330" cy="1437330"/>
            </a:xfrm>
            <a:prstGeom prst="ellipse">
              <a:avLst/>
            </a:prstGeom>
            <a:noFill/>
            <a:ln>
              <a:solidFill>
                <a:srgbClr val="FFFFFF">
                  <a:lumMod val="65000"/>
                </a:srgbClr>
              </a:solidFill>
              <a:prstDash val="dash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 wrap="none" lIns="67937" tIns="33372" rIns="67937" bIns="33372"/>
            <a:lstStyle/>
            <a:p>
              <a:pPr marL="0" marR="0" lvl="0" indent="0" defTabSz="822908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406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7" name="Oval 56"/>
            <p:cNvSpPr/>
            <p:nvPr/>
          </p:nvSpPr>
          <p:spPr bwMode="auto">
            <a:xfrm>
              <a:off x="6258161" y="3523427"/>
              <a:ext cx="1002544" cy="1001072"/>
            </a:xfrm>
            <a:prstGeom prst="ellipse">
              <a:avLst/>
            </a:prstGeom>
            <a:noFill/>
            <a:ln>
              <a:solidFill>
                <a:srgbClr val="FFFFFF">
                  <a:lumMod val="65000"/>
                </a:srgbClr>
              </a:solidFill>
              <a:prstDash val="dash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 wrap="none" lIns="67937" tIns="33372" rIns="67937" bIns="33372"/>
            <a:lstStyle/>
            <a:p>
              <a:pPr marL="0" marR="0" lvl="0" indent="0" defTabSz="822908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406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8" name="Oval 57"/>
            <p:cNvSpPr/>
            <p:nvPr/>
          </p:nvSpPr>
          <p:spPr bwMode="auto">
            <a:xfrm>
              <a:off x="6465002" y="3753146"/>
              <a:ext cx="571978" cy="573246"/>
            </a:xfrm>
            <a:prstGeom prst="ellipse">
              <a:avLst/>
            </a:prstGeom>
            <a:noFill/>
            <a:ln>
              <a:solidFill>
                <a:srgbClr val="FFFFFF">
                  <a:lumMod val="65000"/>
                </a:srgbClr>
              </a:solidFill>
              <a:prstDash val="dash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 wrap="none" lIns="67937" tIns="33372" rIns="67937" bIns="33372"/>
            <a:lstStyle/>
            <a:p>
              <a:pPr marL="0" marR="0" lvl="0" indent="0" defTabSz="822908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406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343476" y="1815909"/>
            <a:ext cx="2605087" cy="28866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defTabSz="82290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76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CRITICAL</a:t>
            </a:r>
            <a:r>
              <a:rPr kumimoji="0" lang="en-US" sz="1276" b="1" i="0" u="none" strike="noStrike" kern="0" cap="none" spc="0" normalizeH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 TO SUCCESS</a:t>
            </a:r>
            <a:endParaRPr kumimoji="0" lang="en-US" sz="1276" b="1" i="0" u="none" strike="noStrike" kern="0" cap="none" spc="0" normalizeH="0" baseline="0" noProof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43476" y="2156035"/>
            <a:ext cx="1144587" cy="3695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L="0" marR="0" lvl="0" indent="0" defTabSz="82290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6" b="1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</a:rPr>
              <a:t>1st level</a:t>
            </a:r>
            <a:br>
              <a:rPr kumimoji="0" lang="en-US" sz="976" b="1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</a:rPr>
            </a:br>
            <a:r>
              <a:rPr kumimoji="0" lang="en-US" sz="826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</a:rPr>
              <a:t>Very high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3476" y="2621076"/>
            <a:ext cx="1030287" cy="3695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L="0" marR="0" lvl="0" indent="0" defTabSz="82290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6" b="1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</a:rPr>
              <a:t>2nd level</a:t>
            </a:r>
            <a:br>
              <a:rPr kumimoji="0" lang="en-US" sz="976" b="1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</a:rPr>
            </a:br>
            <a:r>
              <a:rPr kumimoji="0" lang="en-US" sz="826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</a:rPr>
              <a:t>High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3476" y="3113596"/>
            <a:ext cx="91122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L="0" marR="0" lvl="0" indent="0" defTabSz="82290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6" b="1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</a:rPr>
              <a:t>3rd level</a:t>
            </a:r>
            <a:br>
              <a:rPr kumimoji="0" lang="en-US" sz="976" b="1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</a:rPr>
            </a:br>
            <a:r>
              <a:rPr kumimoji="0" lang="en-US" sz="826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</a:rPr>
              <a:t>Medium</a:t>
            </a:r>
          </a:p>
        </p:txBody>
      </p:sp>
      <p:sp>
        <p:nvSpPr>
          <p:cNvPr id="82" name="Freeform 81"/>
          <p:cNvSpPr/>
          <p:nvPr/>
        </p:nvSpPr>
        <p:spPr>
          <a:xfrm>
            <a:off x="1176913" y="2249930"/>
            <a:ext cx="939800" cy="525463"/>
          </a:xfrm>
          <a:custGeom>
            <a:avLst/>
            <a:gdLst>
              <a:gd name="connsiteX0" fmla="*/ 0 w 643467"/>
              <a:gd name="connsiteY0" fmla="*/ 0 h 482600"/>
              <a:gd name="connsiteX1" fmla="*/ 643467 w 643467"/>
              <a:gd name="connsiteY1" fmla="*/ 0 h 482600"/>
              <a:gd name="connsiteX2" fmla="*/ 643467 w 643467"/>
              <a:gd name="connsiteY2" fmla="*/ 482600 h 482600"/>
              <a:gd name="connsiteX3" fmla="*/ 643467 w 643467"/>
              <a:gd name="connsiteY3" fmla="*/ 482600 h 48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3467" h="482600">
                <a:moveTo>
                  <a:pt x="0" y="0"/>
                </a:moveTo>
                <a:lnTo>
                  <a:pt x="643467" y="0"/>
                </a:lnTo>
                <a:lnTo>
                  <a:pt x="643467" y="482600"/>
                </a:lnTo>
                <a:lnTo>
                  <a:pt x="643467" y="482600"/>
                </a:lnTo>
              </a:path>
            </a:pathLst>
          </a:custGeom>
          <a:noFill/>
          <a:ln w="9525" cap="flat" cmpd="sng" algn="ctr">
            <a:solidFill>
              <a:srgbClr val="D00C1A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2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"/>
              <a:cs typeface=""/>
            </a:endParaRPr>
          </a:p>
        </p:txBody>
      </p:sp>
      <p:sp>
        <p:nvSpPr>
          <p:cNvPr id="83" name="Freeform 82"/>
          <p:cNvSpPr/>
          <p:nvPr/>
        </p:nvSpPr>
        <p:spPr>
          <a:xfrm flipV="1">
            <a:off x="1176913" y="3157980"/>
            <a:ext cx="654050" cy="144463"/>
          </a:xfrm>
          <a:custGeom>
            <a:avLst/>
            <a:gdLst>
              <a:gd name="connsiteX0" fmla="*/ 0 w 643467"/>
              <a:gd name="connsiteY0" fmla="*/ 0 h 482600"/>
              <a:gd name="connsiteX1" fmla="*/ 643467 w 643467"/>
              <a:gd name="connsiteY1" fmla="*/ 0 h 482600"/>
              <a:gd name="connsiteX2" fmla="*/ 643467 w 643467"/>
              <a:gd name="connsiteY2" fmla="*/ 482600 h 482600"/>
              <a:gd name="connsiteX3" fmla="*/ 643467 w 643467"/>
              <a:gd name="connsiteY3" fmla="*/ 482600 h 48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3467" h="482600">
                <a:moveTo>
                  <a:pt x="0" y="0"/>
                </a:moveTo>
                <a:lnTo>
                  <a:pt x="643467" y="0"/>
                </a:lnTo>
                <a:lnTo>
                  <a:pt x="643467" y="482600"/>
                </a:lnTo>
                <a:lnTo>
                  <a:pt x="643467" y="482600"/>
                </a:lnTo>
              </a:path>
            </a:pathLst>
          </a:custGeom>
          <a:noFill/>
          <a:ln w="9525" cap="flat" cmpd="sng" algn="ctr">
            <a:solidFill>
              <a:srgbClr val="D00C1A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2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"/>
              <a:cs typeface=""/>
            </a:endParaRPr>
          </a:p>
        </p:txBody>
      </p:sp>
      <p:cxnSp>
        <p:nvCxnSpPr>
          <p:cNvPr id="85" name="Straight Connector 84"/>
          <p:cNvCxnSpPr/>
          <p:nvPr/>
        </p:nvCxnSpPr>
        <p:spPr>
          <a:xfrm>
            <a:off x="1180088" y="2749993"/>
            <a:ext cx="593725" cy="0"/>
          </a:xfrm>
          <a:prstGeom prst="line">
            <a:avLst/>
          </a:prstGeom>
          <a:noFill/>
          <a:ln w="9525" cap="flat" cmpd="sng" algn="ctr">
            <a:solidFill>
              <a:srgbClr val="D00C1A"/>
            </a:solidFill>
            <a:prstDash val="solid"/>
          </a:ln>
          <a:effectLst/>
        </p:spPr>
      </p:cxnSp>
      <p:sp>
        <p:nvSpPr>
          <p:cNvPr id="86" name="Freeform 85"/>
          <p:cNvSpPr/>
          <p:nvPr/>
        </p:nvSpPr>
        <p:spPr>
          <a:xfrm flipV="1">
            <a:off x="1176913" y="3411980"/>
            <a:ext cx="939800" cy="315913"/>
          </a:xfrm>
          <a:custGeom>
            <a:avLst/>
            <a:gdLst>
              <a:gd name="connsiteX0" fmla="*/ 0 w 643467"/>
              <a:gd name="connsiteY0" fmla="*/ 0 h 482600"/>
              <a:gd name="connsiteX1" fmla="*/ 643467 w 643467"/>
              <a:gd name="connsiteY1" fmla="*/ 0 h 482600"/>
              <a:gd name="connsiteX2" fmla="*/ 643467 w 643467"/>
              <a:gd name="connsiteY2" fmla="*/ 482600 h 482600"/>
              <a:gd name="connsiteX3" fmla="*/ 643467 w 643467"/>
              <a:gd name="connsiteY3" fmla="*/ 482600 h 48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3467" h="482600">
                <a:moveTo>
                  <a:pt x="0" y="0"/>
                </a:moveTo>
                <a:lnTo>
                  <a:pt x="643467" y="0"/>
                </a:lnTo>
                <a:lnTo>
                  <a:pt x="643467" y="482600"/>
                </a:lnTo>
                <a:lnTo>
                  <a:pt x="643467" y="482600"/>
                </a:lnTo>
              </a:path>
            </a:pathLst>
          </a:custGeom>
          <a:noFill/>
          <a:ln w="9525" cap="flat" cmpd="sng" algn="ctr">
            <a:solidFill>
              <a:srgbClr val="D00C1A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2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"/>
              <a:cs typeface="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343476" y="3551531"/>
            <a:ext cx="911225" cy="3695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L="0" marR="0" lvl="0" indent="0" defTabSz="82290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6" b="1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</a:rPr>
              <a:t>4th level</a:t>
            </a:r>
            <a:br>
              <a:rPr kumimoji="0" lang="en-US" sz="976" b="1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</a:rPr>
            </a:br>
            <a:r>
              <a:rPr kumimoji="0" lang="en-US" sz="826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</a:rPr>
              <a:t>Low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1531" y="4662159"/>
            <a:ext cx="2605087" cy="5429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L="0" marR="0" lvl="0" indent="0" defTabSz="82290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6" b="1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</a:rPr>
              <a:t>Red </a:t>
            </a:r>
            <a:r>
              <a:rPr kumimoji="0" lang="en-US" sz="976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</a:rPr>
              <a:t>= low</a:t>
            </a:r>
          </a:p>
          <a:p>
            <a:pPr marL="0" marR="0" lvl="0" indent="0" defTabSz="82290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6" b="1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</a:rPr>
              <a:t>Yellow</a:t>
            </a:r>
            <a:r>
              <a:rPr kumimoji="0" lang="en-US" sz="976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</a:rPr>
              <a:t> = medium</a:t>
            </a:r>
          </a:p>
          <a:p>
            <a:pPr marL="0" marR="0" lvl="0" indent="0" defTabSz="82290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6" b="1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</a:rPr>
              <a:t>Green</a:t>
            </a:r>
            <a:r>
              <a:rPr kumimoji="0" lang="en-US" sz="976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</a:rPr>
              <a:t> = high</a:t>
            </a:r>
            <a:endParaRPr kumimoji="0" lang="en-US" sz="826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287016" y="4403097"/>
            <a:ext cx="3830314" cy="28866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defTabSz="82290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76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KNOWLEDGE LEVEL ABOUT STAKEHOLDERS</a:t>
            </a:r>
          </a:p>
        </p:txBody>
      </p:sp>
      <p:grpSp>
        <p:nvGrpSpPr>
          <p:cNvPr id="101" name="Group 4"/>
          <p:cNvGrpSpPr>
            <a:grpSpLocks/>
          </p:cNvGrpSpPr>
          <p:nvPr/>
        </p:nvGrpSpPr>
        <p:grpSpPr bwMode="auto">
          <a:xfrm>
            <a:off x="4363299" y="1539263"/>
            <a:ext cx="4849812" cy="4851400"/>
            <a:chOff x="4089400" y="1348650"/>
            <a:chExt cx="5052152" cy="5052150"/>
          </a:xfrm>
        </p:grpSpPr>
        <p:sp>
          <p:nvSpPr>
            <p:cNvPr id="102" name="Oval 101"/>
            <p:cNvSpPr/>
            <p:nvPr/>
          </p:nvSpPr>
          <p:spPr bwMode="auto">
            <a:xfrm>
              <a:off x="4089400" y="1348650"/>
              <a:ext cx="5052152" cy="5052150"/>
            </a:xfrm>
            <a:prstGeom prst="ellipse">
              <a:avLst/>
            </a:prstGeom>
            <a:gradFill flip="none" rotWithShape="1">
              <a:gsLst>
                <a:gs pos="0">
                  <a:srgbClr val="E1261C">
                    <a:tint val="66000"/>
                    <a:satMod val="160000"/>
                  </a:srgbClr>
                </a:gs>
                <a:gs pos="50000">
                  <a:srgbClr val="E1261C">
                    <a:tint val="44500"/>
                    <a:satMod val="160000"/>
                  </a:srgbClr>
                </a:gs>
                <a:gs pos="100000">
                  <a:srgbClr val="E1261C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FF">
                  <a:lumMod val="75000"/>
                </a:srgbClr>
              </a:solidFill>
              <a:prstDash val="dash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 wrap="none" lIns="67937" tIns="33372" rIns="67937" bIns="33372"/>
            <a:lstStyle/>
            <a:p>
              <a:pPr marL="0" marR="0" lvl="0" indent="0" defTabSz="822908" eaLnBrk="0" fontAlgn="base" latinLnBrk="0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1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3" name="Oval 102"/>
            <p:cNvSpPr/>
            <p:nvPr/>
          </p:nvSpPr>
          <p:spPr bwMode="auto">
            <a:xfrm>
              <a:off x="4845967" y="2110650"/>
              <a:ext cx="3522382" cy="3522380"/>
            </a:xfrm>
            <a:prstGeom prst="ellipse">
              <a:avLst/>
            </a:prstGeom>
            <a:gradFill flip="none" rotWithShape="1">
              <a:gsLst>
                <a:gs pos="0">
                  <a:srgbClr val="E1261C">
                    <a:tint val="66000"/>
                    <a:satMod val="160000"/>
                  </a:srgbClr>
                </a:gs>
                <a:gs pos="50000">
                  <a:srgbClr val="E1261C">
                    <a:tint val="44500"/>
                    <a:satMod val="160000"/>
                  </a:srgbClr>
                </a:gs>
                <a:gs pos="100000">
                  <a:srgbClr val="E1261C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FF">
                  <a:lumMod val="75000"/>
                </a:srgbClr>
              </a:solidFill>
              <a:prstDash val="dash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 wrap="none" lIns="67937" tIns="33372" rIns="67937" bIns="33372"/>
            <a:lstStyle/>
            <a:p>
              <a:pPr marL="0" marR="0" lvl="0" indent="0" defTabSz="822908" eaLnBrk="0" fontAlgn="base" latinLnBrk="0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1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6" name="Oval 105"/>
            <p:cNvSpPr/>
            <p:nvPr/>
          </p:nvSpPr>
          <p:spPr bwMode="auto">
            <a:xfrm>
              <a:off x="5591623" y="2881707"/>
              <a:ext cx="2012676" cy="2012674"/>
            </a:xfrm>
            <a:prstGeom prst="ellipse">
              <a:avLst/>
            </a:prstGeom>
            <a:gradFill flip="none" rotWithShape="1">
              <a:gsLst>
                <a:gs pos="0">
                  <a:srgbClr val="E1261C">
                    <a:tint val="66000"/>
                    <a:satMod val="160000"/>
                  </a:srgbClr>
                </a:gs>
                <a:gs pos="50000">
                  <a:srgbClr val="E1261C">
                    <a:tint val="44500"/>
                    <a:satMod val="160000"/>
                  </a:srgbClr>
                </a:gs>
                <a:gs pos="100000">
                  <a:srgbClr val="E1261C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FF">
                  <a:lumMod val="75000"/>
                </a:srgbClr>
              </a:solidFill>
              <a:prstDash val="dash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 wrap="none" lIns="67937" tIns="33372" rIns="67937" bIns="33372"/>
            <a:lstStyle/>
            <a:p>
              <a:pPr marL="0" marR="0" lvl="0" indent="0" defTabSz="822908" eaLnBrk="0" fontAlgn="base" latinLnBrk="0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1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32" name="Group 6"/>
          <p:cNvGrpSpPr>
            <a:grpSpLocks/>
          </p:cNvGrpSpPr>
          <p:nvPr/>
        </p:nvGrpSpPr>
        <p:grpSpPr bwMode="auto">
          <a:xfrm>
            <a:off x="7702025" y="4913612"/>
            <a:ext cx="1371600" cy="690564"/>
            <a:chOff x="6015352" y="3568350"/>
            <a:chExt cx="1826894" cy="921322"/>
          </a:xfrm>
        </p:grpSpPr>
        <p:sp>
          <p:nvSpPr>
            <p:cNvPr id="133" name="Rectangle 1637"/>
            <p:cNvSpPr>
              <a:spLocks noChangeArrowheads="1"/>
            </p:cNvSpPr>
            <p:nvPr/>
          </p:nvSpPr>
          <p:spPr bwMode="auto">
            <a:xfrm>
              <a:off x="6015352" y="4313879"/>
              <a:ext cx="1826894" cy="1757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822908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1" b="1" kern="0">
                  <a:solidFill>
                    <a:srgbClr val="000000"/>
                  </a:solidFill>
                  <a:cs typeface="Arial"/>
                </a:rPr>
                <a:t>Legal</a:t>
              </a:r>
            </a:p>
          </p:txBody>
        </p:sp>
        <p:grpSp>
          <p:nvGrpSpPr>
            <p:cNvPr id="134" name="Group 86"/>
            <p:cNvGrpSpPr>
              <a:grpSpLocks noChangeAspect="1"/>
            </p:cNvGrpSpPr>
            <p:nvPr/>
          </p:nvGrpSpPr>
          <p:grpSpPr bwMode="auto">
            <a:xfrm>
              <a:off x="6493220" y="3568350"/>
              <a:ext cx="752747" cy="711642"/>
              <a:chOff x="3802315" y="1600200"/>
              <a:chExt cx="697719" cy="659615"/>
            </a:xfrm>
          </p:grpSpPr>
          <p:sp>
            <p:nvSpPr>
              <p:cNvPr id="135" name="Freeform 1621"/>
              <p:cNvSpPr>
                <a:spLocks/>
              </p:cNvSpPr>
              <p:nvPr/>
            </p:nvSpPr>
            <p:spPr bwMode="auto">
              <a:xfrm>
                <a:off x="3802315" y="1600200"/>
                <a:ext cx="456653" cy="518268"/>
              </a:xfrm>
              <a:custGeom>
                <a:avLst/>
                <a:gdLst/>
                <a:ahLst/>
                <a:cxnLst>
                  <a:cxn ang="0">
                    <a:pos x="153" y="193"/>
                  </a:cxn>
                  <a:cxn ang="0">
                    <a:pos x="132" y="177"/>
                  </a:cxn>
                  <a:cxn ang="0">
                    <a:pos x="144" y="160"/>
                  </a:cxn>
                  <a:cxn ang="0">
                    <a:pos x="154" y="138"/>
                  </a:cxn>
                  <a:cxn ang="0">
                    <a:pos x="156" y="127"/>
                  </a:cxn>
                  <a:cxn ang="0">
                    <a:pos x="159" y="106"/>
                  </a:cxn>
                  <a:cxn ang="0">
                    <a:pos x="160" y="94"/>
                  </a:cxn>
                  <a:cxn ang="0">
                    <a:pos x="158" y="69"/>
                  </a:cxn>
                  <a:cxn ang="0">
                    <a:pos x="155" y="54"/>
                  </a:cxn>
                  <a:cxn ang="0">
                    <a:pos x="145" y="30"/>
                  </a:cxn>
                  <a:cxn ang="0">
                    <a:pos x="131" y="12"/>
                  </a:cxn>
                  <a:cxn ang="0">
                    <a:pos x="115" y="1"/>
                  </a:cxn>
                  <a:cxn ang="0">
                    <a:pos x="106" y="0"/>
                  </a:cxn>
                  <a:cxn ang="0">
                    <a:pos x="89" y="4"/>
                  </a:cxn>
                  <a:cxn ang="0">
                    <a:pos x="74" y="19"/>
                  </a:cxn>
                  <a:cxn ang="0">
                    <a:pos x="62" y="40"/>
                  </a:cxn>
                  <a:cxn ang="0">
                    <a:pos x="55" y="66"/>
                  </a:cxn>
                  <a:cxn ang="0">
                    <a:pos x="53" y="79"/>
                  </a:cxn>
                  <a:cxn ang="0">
                    <a:pos x="52" y="94"/>
                  </a:cxn>
                  <a:cxn ang="0">
                    <a:pos x="54" y="118"/>
                  </a:cxn>
                  <a:cxn ang="0">
                    <a:pos x="59" y="141"/>
                  </a:cxn>
                  <a:cxn ang="0">
                    <a:pos x="63" y="151"/>
                  </a:cxn>
                  <a:cxn ang="0">
                    <a:pos x="74" y="171"/>
                  </a:cxn>
                  <a:cxn ang="0">
                    <a:pos x="60" y="192"/>
                  </a:cxn>
                  <a:cxn ang="0">
                    <a:pos x="8" y="229"/>
                  </a:cxn>
                  <a:cxn ang="0">
                    <a:pos x="2" y="237"/>
                  </a:cxn>
                  <a:cxn ang="0">
                    <a:pos x="0" y="249"/>
                  </a:cxn>
                  <a:cxn ang="0">
                    <a:pos x="0" y="335"/>
                  </a:cxn>
                  <a:cxn ang="0">
                    <a:pos x="1" y="343"/>
                  </a:cxn>
                  <a:cxn ang="0">
                    <a:pos x="8" y="355"/>
                  </a:cxn>
                  <a:cxn ang="0">
                    <a:pos x="199" y="356"/>
                  </a:cxn>
                  <a:cxn ang="0">
                    <a:pos x="204" y="355"/>
                  </a:cxn>
                  <a:cxn ang="0">
                    <a:pos x="211" y="343"/>
                  </a:cxn>
                  <a:cxn ang="0">
                    <a:pos x="211" y="322"/>
                  </a:cxn>
                  <a:cxn ang="0">
                    <a:pos x="211" y="249"/>
                  </a:cxn>
                  <a:cxn ang="0">
                    <a:pos x="209" y="237"/>
                  </a:cxn>
                  <a:cxn ang="0">
                    <a:pos x="204" y="229"/>
                  </a:cxn>
                </a:cxnLst>
                <a:rect l="0" t="0" r="r" b="b"/>
                <a:pathLst>
                  <a:path w="211" h="356">
                    <a:moveTo>
                      <a:pt x="204" y="229"/>
                    </a:moveTo>
                    <a:lnTo>
                      <a:pt x="153" y="193"/>
                    </a:lnTo>
                    <a:lnTo>
                      <a:pt x="132" y="177"/>
                    </a:lnTo>
                    <a:lnTo>
                      <a:pt x="132" y="177"/>
                    </a:lnTo>
                    <a:lnTo>
                      <a:pt x="138" y="169"/>
                    </a:lnTo>
                    <a:lnTo>
                      <a:pt x="144" y="160"/>
                    </a:lnTo>
                    <a:lnTo>
                      <a:pt x="149" y="150"/>
                    </a:lnTo>
                    <a:lnTo>
                      <a:pt x="154" y="138"/>
                    </a:lnTo>
                    <a:lnTo>
                      <a:pt x="154" y="138"/>
                    </a:lnTo>
                    <a:lnTo>
                      <a:pt x="156" y="127"/>
                    </a:lnTo>
                    <a:lnTo>
                      <a:pt x="158" y="117"/>
                    </a:lnTo>
                    <a:lnTo>
                      <a:pt x="159" y="106"/>
                    </a:lnTo>
                    <a:lnTo>
                      <a:pt x="160" y="94"/>
                    </a:lnTo>
                    <a:lnTo>
                      <a:pt x="160" y="94"/>
                    </a:lnTo>
                    <a:lnTo>
                      <a:pt x="159" y="81"/>
                    </a:lnTo>
                    <a:lnTo>
                      <a:pt x="158" y="69"/>
                    </a:lnTo>
                    <a:lnTo>
                      <a:pt x="158" y="69"/>
                    </a:lnTo>
                    <a:lnTo>
                      <a:pt x="155" y="54"/>
                    </a:lnTo>
                    <a:lnTo>
                      <a:pt x="150" y="42"/>
                    </a:lnTo>
                    <a:lnTo>
                      <a:pt x="145" y="30"/>
                    </a:lnTo>
                    <a:lnTo>
                      <a:pt x="139" y="19"/>
                    </a:lnTo>
                    <a:lnTo>
                      <a:pt x="131" y="12"/>
                    </a:lnTo>
                    <a:lnTo>
                      <a:pt x="124" y="6"/>
                    </a:lnTo>
                    <a:lnTo>
                      <a:pt x="115" y="1"/>
                    </a:lnTo>
                    <a:lnTo>
                      <a:pt x="106" y="0"/>
                    </a:lnTo>
                    <a:lnTo>
                      <a:pt x="106" y="0"/>
                    </a:lnTo>
                    <a:lnTo>
                      <a:pt x="97" y="1"/>
                    </a:lnTo>
                    <a:lnTo>
                      <a:pt x="89" y="4"/>
                    </a:lnTo>
                    <a:lnTo>
                      <a:pt x="81" y="10"/>
                    </a:lnTo>
                    <a:lnTo>
                      <a:pt x="74" y="19"/>
                    </a:lnTo>
                    <a:lnTo>
                      <a:pt x="67" y="28"/>
                    </a:lnTo>
                    <a:lnTo>
                      <a:pt x="62" y="40"/>
                    </a:lnTo>
                    <a:lnTo>
                      <a:pt x="58" y="52"/>
                    </a:lnTo>
                    <a:lnTo>
                      <a:pt x="55" y="66"/>
                    </a:lnTo>
                    <a:lnTo>
                      <a:pt x="55" y="66"/>
                    </a:lnTo>
                    <a:lnTo>
                      <a:pt x="53" y="79"/>
                    </a:lnTo>
                    <a:lnTo>
                      <a:pt x="52" y="94"/>
                    </a:lnTo>
                    <a:lnTo>
                      <a:pt x="52" y="94"/>
                    </a:lnTo>
                    <a:lnTo>
                      <a:pt x="52" y="106"/>
                    </a:lnTo>
                    <a:lnTo>
                      <a:pt x="54" y="118"/>
                    </a:lnTo>
                    <a:lnTo>
                      <a:pt x="56" y="130"/>
                    </a:lnTo>
                    <a:lnTo>
                      <a:pt x="59" y="141"/>
                    </a:lnTo>
                    <a:lnTo>
                      <a:pt x="59" y="141"/>
                    </a:lnTo>
                    <a:lnTo>
                      <a:pt x="63" y="151"/>
                    </a:lnTo>
                    <a:lnTo>
                      <a:pt x="68" y="162"/>
                    </a:lnTo>
                    <a:lnTo>
                      <a:pt x="74" y="171"/>
                    </a:lnTo>
                    <a:lnTo>
                      <a:pt x="81" y="178"/>
                    </a:lnTo>
                    <a:lnTo>
                      <a:pt x="60" y="192"/>
                    </a:lnTo>
                    <a:lnTo>
                      <a:pt x="8" y="229"/>
                    </a:lnTo>
                    <a:lnTo>
                      <a:pt x="8" y="229"/>
                    </a:lnTo>
                    <a:lnTo>
                      <a:pt x="5" y="232"/>
                    </a:lnTo>
                    <a:lnTo>
                      <a:pt x="2" y="237"/>
                    </a:lnTo>
                    <a:lnTo>
                      <a:pt x="1" y="243"/>
                    </a:lnTo>
                    <a:lnTo>
                      <a:pt x="0" y="249"/>
                    </a:lnTo>
                    <a:lnTo>
                      <a:pt x="0" y="322"/>
                    </a:lnTo>
                    <a:lnTo>
                      <a:pt x="0" y="335"/>
                    </a:lnTo>
                    <a:lnTo>
                      <a:pt x="0" y="335"/>
                    </a:lnTo>
                    <a:lnTo>
                      <a:pt x="1" y="343"/>
                    </a:lnTo>
                    <a:lnTo>
                      <a:pt x="4" y="350"/>
                    </a:lnTo>
                    <a:lnTo>
                      <a:pt x="8" y="355"/>
                    </a:lnTo>
                    <a:lnTo>
                      <a:pt x="12" y="356"/>
                    </a:lnTo>
                    <a:lnTo>
                      <a:pt x="199" y="356"/>
                    </a:lnTo>
                    <a:lnTo>
                      <a:pt x="199" y="356"/>
                    </a:lnTo>
                    <a:lnTo>
                      <a:pt x="204" y="355"/>
                    </a:lnTo>
                    <a:lnTo>
                      <a:pt x="208" y="350"/>
                    </a:lnTo>
                    <a:lnTo>
                      <a:pt x="211" y="343"/>
                    </a:lnTo>
                    <a:lnTo>
                      <a:pt x="211" y="335"/>
                    </a:lnTo>
                    <a:lnTo>
                      <a:pt x="211" y="322"/>
                    </a:lnTo>
                    <a:lnTo>
                      <a:pt x="211" y="249"/>
                    </a:lnTo>
                    <a:lnTo>
                      <a:pt x="211" y="249"/>
                    </a:lnTo>
                    <a:lnTo>
                      <a:pt x="211" y="243"/>
                    </a:lnTo>
                    <a:lnTo>
                      <a:pt x="209" y="237"/>
                    </a:lnTo>
                    <a:lnTo>
                      <a:pt x="207" y="232"/>
                    </a:lnTo>
                    <a:lnTo>
                      <a:pt x="204" y="229"/>
                    </a:lnTo>
                    <a:lnTo>
                      <a:pt x="204" y="229"/>
                    </a:lnTo>
                    <a:close/>
                  </a:path>
                </a:pathLst>
              </a:custGeom>
              <a:solidFill>
                <a:srgbClr val="D00C1A"/>
              </a:solidFill>
              <a:ln w="38100" cmpd="sng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lIns="68652" tIns="34326" rIns="68652" bIns="34326"/>
              <a:lstStyle/>
              <a:p>
                <a:pPr defTabSz="822908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901" b="1" kern="0">
                  <a:solidFill>
                    <a:sysClr val="windowText" lastClr="000000"/>
                  </a:solidFill>
                  <a:cs typeface="Arial"/>
                </a:endParaRPr>
              </a:p>
            </p:txBody>
          </p:sp>
          <p:sp>
            <p:nvSpPr>
              <p:cNvPr id="136" name="Freeform 1621"/>
              <p:cNvSpPr>
                <a:spLocks/>
              </p:cNvSpPr>
              <p:nvPr/>
            </p:nvSpPr>
            <p:spPr bwMode="auto">
              <a:xfrm>
                <a:off x="3921867" y="1670873"/>
                <a:ext cx="458613" cy="518268"/>
              </a:xfrm>
              <a:custGeom>
                <a:avLst/>
                <a:gdLst/>
                <a:ahLst/>
                <a:cxnLst>
                  <a:cxn ang="0">
                    <a:pos x="153" y="193"/>
                  </a:cxn>
                  <a:cxn ang="0">
                    <a:pos x="132" y="177"/>
                  </a:cxn>
                  <a:cxn ang="0">
                    <a:pos x="144" y="160"/>
                  </a:cxn>
                  <a:cxn ang="0">
                    <a:pos x="154" y="138"/>
                  </a:cxn>
                  <a:cxn ang="0">
                    <a:pos x="156" y="127"/>
                  </a:cxn>
                  <a:cxn ang="0">
                    <a:pos x="159" y="106"/>
                  </a:cxn>
                  <a:cxn ang="0">
                    <a:pos x="160" y="94"/>
                  </a:cxn>
                  <a:cxn ang="0">
                    <a:pos x="158" y="69"/>
                  </a:cxn>
                  <a:cxn ang="0">
                    <a:pos x="155" y="54"/>
                  </a:cxn>
                  <a:cxn ang="0">
                    <a:pos x="145" y="30"/>
                  </a:cxn>
                  <a:cxn ang="0">
                    <a:pos x="131" y="12"/>
                  </a:cxn>
                  <a:cxn ang="0">
                    <a:pos x="115" y="1"/>
                  </a:cxn>
                  <a:cxn ang="0">
                    <a:pos x="106" y="0"/>
                  </a:cxn>
                  <a:cxn ang="0">
                    <a:pos x="89" y="4"/>
                  </a:cxn>
                  <a:cxn ang="0">
                    <a:pos x="74" y="19"/>
                  </a:cxn>
                  <a:cxn ang="0">
                    <a:pos x="62" y="40"/>
                  </a:cxn>
                  <a:cxn ang="0">
                    <a:pos x="55" y="66"/>
                  </a:cxn>
                  <a:cxn ang="0">
                    <a:pos x="53" y="79"/>
                  </a:cxn>
                  <a:cxn ang="0">
                    <a:pos x="52" y="94"/>
                  </a:cxn>
                  <a:cxn ang="0">
                    <a:pos x="54" y="118"/>
                  </a:cxn>
                  <a:cxn ang="0">
                    <a:pos x="59" y="141"/>
                  </a:cxn>
                  <a:cxn ang="0">
                    <a:pos x="63" y="151"/>
                  </a:cxn>
                  <a:cxn ang="0">
                    <a:pos x="74" y="171"/>
                  </a:cxn>
                  <a:cxn ang="0">
                    <a:pos x="60" y="192"/>
                  </a:cxn>
                  <a:cxn ang="0">
                    <a:pos x="8" y="229"/>
                  </a:cxn>
                  <a:cxn ang="0">
                    <a:pos x="2" y="237"/>
                  </a:cxn>
                  <a:cxn ang="0">
                    <a:pos x="0" y="249"/>
                  </a:cxn>
                  <a:cxn ang="0">
                    <a:pos x="0" y="335"/>
                  </a:cxn>
                  <a:cxn ang="0">
                    <a:pos x="1" y="343"/>
                  </a:cxn>
                  <a:cxn ang="0">
                    <a:pos x="8" y="355"/>
                  </a:cxn>
                  <a:cxn ang="0">
                    <a:pos x="199" y="356"/>
                  </a:cxn>
                  <a:cxn ang="0">
                    <a:pos x="204" y="355"/>
                  </a:cxn>
                  <a:cxn ang="0">
                    <a:pos x="211" y="343"/>
                  </a:cxn>
                  <a:cxn ang="0">
                    <a:pos x="211" y="322"/>
                  </a:cxn>
                  <a:cxn ang="0">
                    <a:pos x="211" y="249"/>
                  </a:cxn>
                  <a:cxn ang="0">
                    <a:pos x="209" y="237"/>
                  </a:cxn>
                  <a:cxn ang="0">
                    <a:pos x="204" y="229"/>
                  </a:cxn>
                </a:cxnLst>
                <a:rect l="0" t="0" r="r" b="b"/>
                <a:pathLst>
                  <a:path w="211" h="356">
                    <a:moveTo>
                      <a:pt x="204" y="229"/>
                    </a:moveTo>
                    <a:lnTo>
                      <a:pt x="153" y="193"/>
                    </a:lnTo>
                    <a:lnTo>
                      <a:pt x="132" y="177"/>
                    </a:lnTo>
                    <a:lnTo>
                      <a:pt x="132" y="177"/>
                    </a:lnTo>
                    <a:lnTo>
                      <a:pt x="138" y="169"/>
                    </a:lnTo>
                    <a:lnTo>
                      <a:pt x="144" y="160"/>
                    </a:lnTo>
                    <a:lnTo>
                      <a:pt x="149" y="150"/>
                    </a:lnTo>
                    <a:lnTo>
                      <a:pt x="154" y="138"/>
                    </a:lnTo>
                    <a:lnTo>
                      <a:pt x="154" y="138"/>
                    </a:lnTo>
                    <a:lnTo>
                      <a:pt x="156" y="127"/>
                    </a:lnTo>
                    <a:lnTo>
                      <a:pt x="158" y="117"/>
                    </a:lnTo>
                    <a:lnTo>
                      <a:pt x="159" y="106"/>
                    </a:lnTo>
                    <a:lnTo>
                      <a:pt x="160" y="94"/>
                    </a:lnTo>
                    <a:lnTo>
                      <a:pt x="160" y="94"/>
                    </a:lnTo>
                    <a:lnTo>
                      <a:pt x="159" y="81"/>
                    </a:lnTo>
                    <a:lnTo>
                      <a:pt x="158" y="69"/>
                    </a:lnTo>
                    <a:lnTo>
                      <a:pt x="158" y="69"/>
                    </a:lnTo>
                    <a:lnTo>
                      <a:pt x="155" y="54"/>
                    </a:lnTo>
                    <a:lnTo>
                      <a:pt x="150" y="42"/>
                    </a:lnTo>
                    <a:lnTo>
                      <a:pt x="145" y="30"/>
                    </a:lnTo>
                    <a:lnTo>
                      <a:pt x="139" y="19"/>
                    </a:lnTo>
                    <a:lnTo>
                      <a:pt x="131" y="12"/>
                    </a:lnTo>
                    <a:lnTo>
                      <a:pt x="124" y="6"/>
                    </a:lnTo>
                    <a:lnTo>
                      <a:pt x="115" y="1"/>
                    </a:lnTo>
                    <a:lnTo>
                      <a:pt x="106" y="0"/>
                    </a:lnTo>
                    <a:lnTo>
                      <a:pt x="106" y="0"/>
                    </a:lnTo>
                    <a:lnTo>
                      <a:pt x="97" y="1"/>
                    </a:lnTo>
                    <a:lnTo>
                      <a:pt x="89" y="4"/>
                    </a:lnTo>
                    <a:lnTo>
                      <a:pt x="81" y="10"/>
                    </a:lnTo>
                    <a:lnTo>
                      <a:pt x="74" y="19"/>
                    </a:lnTo>
                    <a:lnTo>
                      <a:pt x="67" y="28"/>
                    </a:lnTo>
                    <a:lnTo>
                      <a:pt x="62" y="40"/>
                    </a:lnTo>
                    <a:lnTo>
                      <a:pt x="58" y="52"/>
                    </a:lnTo>
                    <a:lnTo>
                      <a:pt x="55" y="66"/>
                    </a:lnTo>
                    <a:lnTo>
                      <a:pt x="55" y="66"/>
                    </a:lnTo>
                    <a:lnTo>
                      <a:pt x="53" y="79"/>
                    </a:lnTo>
                    <a:lnTo>
                      <a:pt x="52" y="94"/>
                    </a:lnTo>
                    <a:lnTo>
                      <a:pt x="52" y="94"/>
                    </a:lnTo>
                    <a:lnTo>
                      <a:pt x="52" y="106"/>
                    </a:lnTo>
                    <a:lnTo>
                      <a:pt x="54" y="118"/>
                    </a:lnTo>
                    <a:lnTo>
                      <a:pt x="56" y="130"/>
                    </a:lnTo>
                    <a:lnTo>
                      <a:pt x="59" y="141"/>
                    </a:lnTo>
                    <a:lnTo>
                      <a:pt x="59" y="141"/>
                    </a:lnTo>
                    <a:lnTo>
                      <a:pt x="63" y="151"/>
                    </a:lnTo>
                    <a:lnTo>
                      <a:pt x="68" y="162"/>
                    </a:lnTo>
                    <a:lnTo>
                      <a:pt x="74" y="171"/>
                    </a:lnTo>
                    <a:lnTo>
                      <a:pt x="81" y="178"/>
                    </a:lnTo>
                    <a:lnTo>
                      <a:pt x="60" y="192"/>
                    </a:lnTo>
                    <a:lnTo>
                      <a:pt x="8" y="229"/>
                    </a:lnTo>
                    <a:lnTo>
                      <a:pt x="8" y="229"/>
                    </a:lnTo>
                    <a:lnTo>
                      <a:pt x="5" y="232"/>
                    </a:lnTo>
                    <a:lnTo>
                      <a:pt x="2" y="237"/>
                    </a:lnTo>
                    <a:lnTo>
                      <a:pt x="1" y="243"/>
                    </a:lnTo>
                    <a:lnTo>
                      <a:pt x="0" y="249"/>
                    </a:lnTo>
                    <a:lnTo>
                      <a:pt x="0" y="322"/>
                    </a:lnTo>
                    <a:lnTo>
                      <a:pt x="0" y="335"/>
                    </a:lnTo>
                    <a:lnTo>
                      <a:pt x="0" y="335"/>
                    </a:lnTo>
                    <a:lnTo>
                      <a:pt x="1" y="343"/>
                    </a:lnTo>
                    <a:lnTo>
                      <a:pt x="4" y="350"/>
                    </a:lnTo>
                    <a:lnTo>
                      <a:pt x="8" y="355"/>
                    </a:lnTo>
                    <a:lnTo>
                      <a:pt x="12" y="356"/>
                    </a:lnTo>
                    <a:lnTo>
                      <a:pt x="199" y="356"/>
                    </a:lnTo>
                    <a:lnTo>
                      <a:pt x="199" y="356"/>
                    </a:lnTo>
                    <a:lnTo>
                      <a:pt x="204" y="355"/>
                    </a:lnTo>
                    <a:lnTo>
                      <a:pt x="208" y="350"/>
                    </a:lnTo>
                    <a:lnTo>
                      <a:pt x="211" y="343"/>
                    </a:lnTo>
                    <a:lnTo>
                      <a:pt x="211" y="335"/>
                    </a:lnTo>
                    <a:lnTo>
                      <a:pt x="211" y="322"/>
                    </a:lnTo>
                    <a:lnTo>
                      <a:pt x="211" y="249"/>
                    </a:lnTo>
                    <a:lnTo>
                      <a:pt x="211" y="249"/>
                    </a:lnTo>
                    <a:lnTo>
                      <a:pt x="211" y="243"/>
                    </a:lnTo>
                    <a:lnTo>
                      <a:pt x="209" y="237"/>
                    </a:lnTo>
                    <a:lnTo>
                      <a:pt x="207" y="232"/>
                    </a:lnTo>
                    <a:lnTo>
                      <a:pt x="204" y="229"/>
                    </a:lnTo>
                    <a:lnTo>
                      <a:pt x="204" y="229"/>
                    </a:lnTo>
                    <a:close/>
                  </a:path>
                </a:pathLst>
              </a:custGeom>
              <a:solidFill>
                <a:srgbClr val="D00C1A"/>
              </a:solidFill>
              <a:ln w="38100" cmpd="sng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lIns="68652" tIns="34326" rIns="68652" bIns="34326"/>
              <a:lstStyle/>
              <a:p>
                <a:pPr defTabSz="822908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901" b="1" kern="0">
                  <a:solidFill>
                    <a:sysClr val="windowText" lastClr="000000"/>
                  </a:solidFill>
                  <a:cs typeface="Arial"/>
                </a:endParaRPr>
              </a:p>
            </p:txBody>
          </p:sp>
          <p:sp>
            <p:nvSpPr>
              <p:cNvPr id="137" name="Freeform 1621"/>
              <p:cNvSpPr>
                <a:spLocks/>
              </p:cNvSpPr>
              <p:nvPr/>
            </p:nvSpPr>
            <p:spPr bwMode="auto">
              <a:xfrm>
                <a:off x="4043380" y="1741546"/>
                <a:ext cx="456654" cy="518269"/>
              </a:xfrm>
              <a:custGeom>
                <a:avLst/>
                <a:gdLst/>
                <a:ahLst/>
                <a:cxnLst>
                  <a:cxn ang="0">
                    <a:pos x="153" y="193"/>
                  </a:cxn>
                  <a:cxn ang="0">
                    <a:pos x="132" y="177"/>
                  </a:cxn>
                  <a:cxn ang="0">
                    <a:pos x="144" y="160"/>
                  </a:cxn>
                  <a:cxn ang="0">
                    <a:pos x="154" y="138"/>
                  </a:cxn>
                  <a:cxn ang="0">
                    <a:pos x="156" y="127"/>
                  </a:cxn>
                  <a:cxn ang="0">
                    <a:pos x="159" y="106"/>
                  </a:cxn>
                  <a:cxn ang="0">
                    <a:pos x="160" y="94"/>
                  </a:cxn>
                  <a:cxn ang="0">
                    <a:pos x="158" y="69"/>
                  </a:cxn>
                  <a:cxn ang="0">
                    <a:pos x="155" y="54"/>
                  </a:cxn>
                  <a:cxn ang="0">
                    <a:pos x="145" y="30"/>
                  </a:cxn>
                  <a:cxn ang="0">
                    <a:pos x="131" y="12"/>
                  </a:cxn>
                  <a:cxn ang="0">
                    <a:pos x="115" y="1"/>
                  </a:cxn>
                  <a:cxn ang="0">
                    <a:pos x="106" y="0"/>
                  </a:cxn>
                  <a:cxn ang="0">
                    <a:pos x="89" y="4"/>
                  </a:cxn>
                  <a:cxn ang="0">
                    <a:pos x="74" y="19"/>
                  </a:cxn>
                  <a:cxn ang="0">
                    <a:pos x="62" y="40"/>
                  </a:cxn>
                  <a:cxn ang="0">
                    <a:pos x="55" y="66"/>
                  </a:cxn>
                  <a:cxn ang="0">
                    <a:pos x="53" y="79"/>
                  </a:cxn>
                  <a:cxn ang="0">
                    <a:pos x="52" y="94"/>
                  </a:cxn>
                  <a:cxn ang="0">
                    <a:pos x="54" y="118"/>
                  </a:cxn>
                  <a:cxn ang="0">
                    <a:pos x="59" y="141"/>
                  </a:cxn>
                  <a:cxn ang="0">
                    <a:pos x="63" y="151"/>
                  </a:cxn>
                  <a:cxn ang="0">
                    <a:pos x="74" y="171"/>
                  </a:cxn>
                  <a:cxn ang="0">
                    <a:pos x="60" y="192"/>
                  </a:cxn>
                  <a:cxn ang="0">
                    <a:pos x="8" y="229"/>
                  </a:cxn>
                  <a:cxn ang="0">
                    <a:pos x="2" y="237"/>
                  </a:cxn>
                  <a:cxn ang="0">
                    <a:pos x="0" y="249"/>
                  </a:cxn>
                  <a:cxn ang="0">
                    <a:pos x="0" y="335"/>
                  </a:cxn>
                  <a:cxn ang="0">
                    <a:pos x="1" y="343"/>
                  </a:cxn>
                  <a:cxn ang="0">
                    <a:pos x="8" y="355"/>
                  </a:cxn>
                  <a:cxn ang="0">
                    <a:pos x="199" y="356"/>
                  </a:cxn>
                  <a:cxn ang="0">
                    <a:pos x="204" y="355"/>
                  </a:cxn>
                  <a:cxn ang="0">
                    <a:pos x="211" y="343"/>
                  </a:cxn>
                  <a:cxn ang="0">
                    <a:pos x="211" y="322"/>
                  </a:cxn>
                  <a:cxn ang="0">
                    <a:pos x="211" y="249"/>
                  </a:cxn>
                  <a:cxn ang="0">
                    <a:pos x="209" y="237"/>
                  </a:cxn>
                  <a:cxn ang="0">
                    <a:pos x="204" y="229"/>
                  </a:cxn>
                </a:cxnLst>
                <a:rect l="0" t="0" r="r" b="b"/>
                <a:pathLst>
                  <a:path w="211" h="356">
                    <a:moveTo>
                      <a:pt x="204" y="229"/>
                    </a:moveTo>
                    <a:lnTo>
                      <a:pt x="153" y="193"/>
                    </a:lnTo>
                    <a:lnTo>
                      <a:pt x="132" y="177"/>
                    </a:lnTo>
                    <a:lnTo>
                      <a:pt x="132" y="177"/>
                    </a:lnTo>
                    <a:lnTo>
                      <a:pt x="138" y="169"/>
                    </a:lnTo>
                    <a:lnTo>
                      <a:pt x="144" y="160"/>
                    </a:lnTo>
                    <a:lnTo>
                      <a:pt x="149" y="150"/>
                    </a:lnTo>
                    <a:lnTo>
                      <a:pt x="154" y="138"/>
                    </a:lnTo>
                    <a:lnTo>
                      <a:pt x="154" y="138"/>
                    </a:lnTo>
                    <a:lnTo>
                      <a:pt x="156" y="127"/>
                    </a:lnTo>
                    <a:lnTo>
                      <a:pt x="158" y="117"/>
                    </a:lnTo>
                    <a:lnTo>
                      <a:pt x="159" y="106"/>
                    </a:lnTo>
                    <a:lnTo>
                      <a:pt x="160" y="94"/>
                    </a:lnTo>
                    <a:lnTo>
                      <a:pt x="160" y="94"/>
                    </a:lnTo>
                    <a:lnTo>
                      <a:pt x="159" y="81"/>
                    </a:lnTo>
                    <a:lnTo>
                      <a:pt x="158" y="69"/>
                    </a:lnTo>
                    <a:lnTo>
                      <a:pt x="158" y="69"/>
                    </a:lnTo>
                    <a:lnTo>
                      <a:pt x="155" y="54"/>
                    </a:lnTo>
                    <a:lnTo>
                      <a:pt x="150" y="42"/>
                    </a:lnTo>
                    <a:lnTo>
                      <a:pt x="145" y="30"/>
                    </a:lnTo>
                    <a:lnTo>
                      <a:pt x="139" y="19"/>
                    </a:lnTo>
                    <a:lnTo>
                      <a:pt x="131" y="12"/>
                    </a:lnTo>
                    <a:lnTo>
                      <a:pt x="124" y="6"/>
                    </a:lnTo>
                    <a:lnTo>
                      <a:pt x="115" y="1"/>
                    </a:lnTo>
                    <a:lnTo>
                      <a:pt x="106" y="0"/>
                    </a:lnTo>
                    <a:lnTo>
                      <a:pt x="106" y="0"/>
                    </a:lnTo>
                    <a:lnTo>
                      <a:pt x="97" y="1"/>
                    </a:lnTo>
                    <a:lnTo>
                      <a:pt x="89" y="4"/>
                    </a:lnTo>
                    <a:lnTo>
                      <a:pt x="81" y="10"/>
                    </a:lnTo>
                    <a:lnTo>
                      <a:pt x="74" y="19"/>
                    </a:lnTo>
                    <a:lnTo>
                      <a:pt x="67" y="28"/>
                    </a:lnTo>
                    <a:lnTo>
                      <a:pt x="62" y="40"/>
                    </a:lnTo>
                    <a:lnTo>
                      <a:pt x="58" y="52"/>
                    </a:lnTo>
                    <a:lnTo>
                      <a:pt x="55" y="66"/>
                    </a:lnTo>
                    <a:lnTo>
                      <a:pt x="55" y="66"/>
                    </a:lnTo>
                    <a:lnTo>
                      <a:pt x="53" y="79"/>
                    </a:lnTo>
                    <a:lnTo>
                      <a:pt x="52" y="94"/>
                    </a:lnTo>
                    <a:lnTo>
                      <a:pt x="52" y="94"/>
                    </a:lnTo>
                    <a:lnTo>
                      <a:pt x="52" y="106"/>
                    </a:lnTo>
                    <a:lnTo>
                      <a:pt x="54" y="118"/>
                    </a:lnTo>
                    <a:lnTo>
                      <a:pt x="56" y="130"/>
                    </a:lnTo>
                    <a:lnTo>
                      <a:pt x="59" y="141"/>
                    </a:lnTo>
                    <a:lnTo>
                      <a:pt x="59" y="141"/>
                    </a:lnTo>
                    <a:lnTo>
                      <a:pt x="63" y="151"/>
                    </a:lnTo>
                    <a:lnTo>
                      <a:pt x="68" y="162"/>
                    </a:lnTo>
                    <a:lnTo>
                      <a:pt x="74" y="171"/>
                    </a:lnTo>
                    <a:lnTo>
                      <a:pt x="81" y="178"/>
                    </a:lnTo>
                    <a:lnTo>
                      <a:pt x="60" y="192"/>
                    </a:lnTo>
                    <a:lnTo>
                      <a:pt x="8" y="229"/>
                    </a:lnTo>
                    <a:lnTo>
                      <a:pt x="8" y="229"/>
                    </a:lnTo>
                    <a:lnTo>
                      <a:pt x="5" y="232"/>
                    </a:lnTo>
                    <a:lnTo>
                      <a:pt x="2" y="237"/>
                    </a:lnTo>
                    <a:lnTo>
                      <a:pt x="1" y="243"/>
                    </a:lnTo>
                    <a:lnTo>
                      <a:pt x="0" y="249"/>
                    </a:lnTo>
                    <a:lnTo>
                      <a:pt x="0" y="322"/>
                    </a:lnTo>
                    <a:lnTo>
                      <a:pt x="0" y="335"/>
                    </a:lnTo>
                    <a:lnTo>
                      <a:pt x="0" y="335"/>
                    </a:lnTo>
                    <a:lnTo>
                      <a:pt x="1" y="343"/>
                    </a:lnTo>
                    <a:lnTo>
                      <a:pt x="4" y="350"/>
                    </a:lnTo>
                    <a:lnTo>
                      <a:pt x="8" y="355"/>
                    </a:lnTo>
                    <a:lnTo>
                      <a:pt x="12" y="356"/>
                    </a:lnTo>
                    <a:lnTo>
                      <a:pt x="199" y="356"/>
                    </a:lnTo>
                    <a:lnTo>
                      <a:pt x="199" y="356"/>
                    </a:lnTo>
                    <a:lnTo>
                      <a:pt x="204" y="355"/>
                    </a:lnTo>
                    <a:lnTo>
                      <a:pt x="208" y="350"/>
                    </a:lnTo>
                    <a:lnTo>
                      <a:pt x="211" y="343"/>
                    </a:lnTo>
                    <a:lnTo>
                      <a:pt x="211" y="335"/>
                    </a:lnTo>
                    <a:lnTo>
                      <a:pt x="211" y="322"/>
                    </a:lnTo>
                    <a:lnTo>
                      <a:pt x="211" y="249"/>
                    </a:lnTo>
                    <a:lnTo>
                      <a:pt x="211" y="249"/>
                    </a:lnTo>
                    <a:lnTo>
                      <a:pt x="211" y="243"/>
                    </a:lnTo>
                    <a:lnTo>
                      <a:pt x="209" y="237"/>
                    </a:lnTo>
                    <a:lnTo>
                      <a:pt x="207" y="232"/>
                    </a:lnTo>
                    <a:lnTo>
                      <a:pt x="204" y="229"/>
                    </a:lnTo>
                    <a:lnTo>
                      <a:pt x="204" y="229"/>
                    </a:lnTo>
                    <a:close/>
                  </a:path>
                </a:pathLst>
              </a:custGeom>
              <a:solidFill>
                <a:srgbClr val="D00C1A"/>
              </a:solidFill>
              <a:ln w="38100" cmpd="sng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lIns="68652" tIns="34326" rIns="68652" bIns="34326"/>
              <a:lstStyle/>
              <a:p>
                <a:pPr defTabSz="822908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901" b="1" kern="0">
                  <a:solidFill>
                    <a:sysClr val="windowText" lastClr="000000"/>
                  </a:solidFill>
                  <a:cs typeface="Arial"/>
                </a:endParaRPr>
              </a:p>
            </p:txBody>
          </p:sp>
        </p:grpSp>
      </p:grpSp>
      <p:grpSp>
        <p:nvGrpSpPr>
          <p:cNvPr id="139" name="Group 213"/>
          <p:cNvGrpSpPr>
            <a:grpSpLocks/>
          </p:cNvGrpSpPr>
          <p:nvPr/>
        </p:nvGrpSpPr>
        <p:grpSpPr bwMode="auto">
          <a:xfrm>
            <a:off x="6155322" y="3651829"/>
            <a:ext cx="1371600" cy="692150"/>
            <a:chOff x="6775450" y="7081837"/>
            <a:chExt cx="1826895" cy="921321"/>
          </a:xfrm>
        </p:grpSpPr>
        <p:sp>
          <p:nvSpPr>
            <p:cNvPr id="140" name="Rectangle 1637"/>
            <p:cNvSpPr>
              <a:spLocks noChangeArrowheads="1"/>
            </p:cNvSpPr>
            <p:nvPr/>
          </p:nvSpPr>
          <p:spPr bwMode="auto">
            <a:xfrm>
              <a:off x="6775450" y="7827768"/>
              <a:ext cx="1826895" cy="1753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822908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1" b="1" kern="0">
                  <a:solidFill>
                    <a:srgbClr val="000000"/>
                  </a:solidFill>
                  <a:cs typeface="Arial"/>
                </a:rPr>
                <a:t>Admins</a:t>
              </a:r>
            </a:p>
          </p:txBody>
        </p:sp>
        <p:grpSp>
          <p:nvGrpSpPr>
            <p:cNvPr id="141" name="Group 215"/>
            <p:cNvGrpSpPr>
              <a:grpSpLocks noChangeAspect="1"/>
            </p:cNvGrpSpPr>
            <p:nvPr/>
          </p:nvGrpSpPr>
          <p:grpSpPr bwMode="auto">
            <a:xfrm>
              <a:off x="7312513" y="7081837"/>
              <a:ext cx="752768" cy="711585"/>
              <a:chOff x="3801531" y="1600200"/>
              <a:chExt cx="697738" cy="659562"/>
            </a:xfrm>
          </p:grpSpPr>
          <p:sp>
            <p:nvSpPr>
              <p:cNvPr id="142" name="Freeform 1621"/>
              <p:cNvSpPr>
                <a:spLocks/>
              </p:cNvSpPr>
              <p:nvPr/>
            </p:nvSpPr>
            <p:spPr bwMode="auto">
              <a:xfrm>
                <a:off x="3801541" y="1600200"/>
                <a:ext cx="456653" cy="519038"/>
              </a:xfrm>
              <a:custGeom>
                <a:avLst/>
                <a:gdLst/>
                <a:ahLst/>
                <a:cxnLst>
                  <a:cxn ang="0">
                    <a:pos x="153" y="193"/>
                  </a:cxn>
                  <a:cxn ang="0">
                    <a:pos x="132" y="177"/>
                  </a:cxn>
                  <a:cxn ang="0">
                    <a:pos x="144" y="160"/>
                  </a:cxn>
                  <a:cxn ang="0">
                    <a:pos x="154" y="138"/>
                  </a:cxn>
                  <a:cxn ang="0">
                    <a:pos x="156" y="127"/>
                  </a:cxn>
                  <a:cxn ang="0">
                    <a:pos x="159" y="106"/>
                  </a:cxn>
                  <a:cxn ang="0">
                    <a:pos x="160" y="94"/>
                  </a:cxn>
                  <a:cxn ang="0">
                    <a:pos x="158" y="69"/>
                  </a:cxn>
                  <a:cxn ang="0">
                    <a:pos x="155" y="54"/>
                  </a:cxn>
                  <a:cxn ang="0">
                    <a:pos x="145" y="30"/>
                  </a:cxn>
                  <a:cxn ang="0">
                    <a:pos x="131" y="12"/>
                  </a:cxn>
                  <a:cxn ang="0">
                    <a:pos x="115" y="1"/>
                  </a:cxn>
                  <a:cxn ang="0">
                    <a:pos x="106" y="0"/>
                  </a:cxn>
                  <a:cxn ang="0">
                    <a:pos x="89" y="4"/>
                  </a:cxn>
                  <a:cxn ang="0">
                    <a:pos x="74" y="19"/>
                  </a:cxn>
                  <a:cxn ang="0">
                    <a:pos x="62" y="40"/>
                  </a:cxn>
                  <a:cxn ang="0">
                    <a:pos x="55" y="66"/>
                  </a:cxn>
                  <a:cxn ang="0">
                    <a:pos x="53" y="79"/>
                  </a:cxn>
                  <a:cxn ang="0">
                    <a:pos x="52" y="94"/>
                  </a:cxn>
                  <a:cxn ang="0">
                    <a:pos x="54" y="118"/>
                  </a:cxn>
                  <a:cxn ang="0">
                    <a:pos x="59" y="141"/>
                  </a:cxn>
                  <a:cxn ang="0">
                    <a:pos x="63" y="151"/>
                  </a:cxn>
                  <a:cxn ang="0">
                    <a:pos x="74" y="171"/>
                  </a:cxn>
                  <a:cxn ang="0">
                    <a:pos x="60" y="192"/>
                  </a:cxn>
                  <a:cxn ang="0">
                    <a:pos x="8" y="229"/>
                  </a:cxn>
                  <a:cxn ang="0">
                    <a:pos x="2" y="237"/>
                  </a:cxn>
                  <a:cxn ang="0">
                    <a:pos x="0" y="249"/>
                  </a:cxn>
                  <a:cxn ang="0">
                    <a:pos x="0" y="335"/>
                  </a:cxn>
                  <a:cxn ang="0">
                    <a:pos x="1" y="343"/>
                  </a:cxn>
                  <a:cxn ang="0">
                    <a:pos x="8" y="355"/>
                  </a:cxn>
                  <a:cxn ang="0">
                    <a:pos x="199" y="356"/>
                  </a:cxn>
                  <a:cxn ang="0">
                    <a:pos x="204" y="355"/>
                  </a:cxn>
                  <a:cxn ang="0">
                    <a:pos x="211" y="343"/>
                  </a:cxn>
                  <a:cxn ang="0">
                    <a:pos x="211" y="322"/>
                  </a:cxn>
                  <a:cxn ang="0">
                    <a:pos x="211" y="249"/>
                  </a:cxn>
                  <a:cxn ang="0">
                    <a:pos x="209" y="237"/>
                  </a:cxn>
                  <a:cxn ang="0">
                    <a:pos x="204" y="229"/>
                  </a:cxn>
                </a:cxnLst>
                <a:rect l="0" t="0" r="r" b="b"/>
                <a:pathLst>
                  <a:path w="211" h="356">
                    <a:moveTo>
                      <a:pt x="204" y="229"/>
                    </a:moveTo>
                    <a:lnTo>
                      <a:pt x="153" y="193"/>
                    </a:lnTo>
                    <a:lnTo>
                      <a:pt x="132" y="177"/>
                    </a:lnTo>
                    <a:lnTo>
                      <a:pt x="132" y="177"/>
                    </a:lnTo>
                    <a:lnTo>
                      <a:pt x="138" y="169"/>
                    </a:lnTo>
                    <a:lnTo>
                      <a:pt x="144" y="160"/>
                    </a:lnTo>
                    <a:lnTo>
                      <a:pt x="149" y="150"/>
                    </a:lnTo>
                    <a:lnTo>
                      <a:pt x="154" y="138"/>
                    </a:lnTo>
                    <a:lnTo>
                      <a:pt x="154" y="138"/>
                    </a:lnTo>
                    <a:lnTo>
                      <a:pt x="156" y="127"/>
                    </a:lnTo>
                    <a:lnTo>
                      <a:pt x="158" y="117"/>
                    </a:lnTo>
                    <a:lnTo>
                      <a:pt x="159" y="106"/>
                    </a:lnTo>
                    <a:lnTo>
                      <a:pt x="160" y="94"/>
                    </a:lnTo>
                    <a:lnTo>
                      <a:pt x="160" y="94"/>
                    </a:lnTo>
                    <a:lnTo>
                      <a:pt x="159" y="81"/>
                    </a:lnTo>
                    <a:lnTo>
                      <a:pt x="158" y="69"/>
                    </a:lnTo>
                    <a:lnTo>
                      <a:pt x="158" y="69"/>
                    </a:lnTo>
                    <a:lnTo>
                      <a:pt x="155" y="54"/>
                    </a:lnTo>
                    <a:lnTo>
                      <a:pt x="150" y="42"/>
                    </a:lnTo>
                    <a:lnTo>
                      <a:pt x="145" y="30"/>
                    </a:lnTo>
                    <a:lnTo>
                      <a:pt x="139" y="19"/>
                    </a:lnTo>
                    <a:lnTo>
                      <a:pt x="131" y="12"/>
                    </a:lnTo>
                    <a:lnTo>
                      <a:pt x="124" y="6"/>
                    </a:lnTo>
                    <a:lnTo>
                      <a:pt x="115" y="1"/>
                    </a:lnTo>
                    <a:lnTo>
                      <a:pt x="106" y="0"/>
                    </a:lnTo>
                    <a:lnTo>
                      <a:pt x="106" y="0"/>
                    </a:lnTo>
                    <a:lnTo>
                      <a:pt x="97" y="1"/>
                    </a:lnTo>
                    <a:lnTo>
                      <a:pt x="89" y="4"/>
                    </a:lnTo>
                    <a:lnTo>
                      <a:pt x="81" y="10"/>
                    </a:lnTo>
                    <a:lnTo>
                      <a:pt x="74" y="19"/>
                    </a:lnTo>
                    <a:lnTo>
                      <a:pt x="67" y="28"/>
                    </a:lnTo>
                    <a:lnTo>
                      <a:pt x="62" y="40"/>
                    </a:lnTo>
                    <a:lnTo>
                      <a:pt x="58" y="52"/>
                    </a:lnTo>
                    <a:lnTo>
                      <a:pt x="55" y="66"/>
                    </a:lnTo>
                    <a:lnTo>
                      <a:pt x="55" y="66"/>
                    </a:lnTo>
                    <a:lnTo>
                      <a:pt x="53" y="79"/>
                    </a:lnTo>
                    <a:lnTo>
                      <a:pt x="52" y="94"/>
                    </a:lnTo>
                    <a:lnTo>
                      <a:pt x="52" y="94"/>
                    </a:lnTo>
                    <a:lnTo>
                      <a:pt x="52" y="106"/>
                    </a:lnTo>
                    <a:lnTo>
                      <a:pt x="54" y="118"/>
                    </a:lnTo>
                    <a:lnTo>
                      <a:pt x="56" y="130"/>
                    </a:lnTo>
                    <a:lnTo>
                      <a:pt x="59" y="141"/>
                    </a:lnTo>
                    <a:lnTo>
                      <a:pt x="59" y="141"/>
                    </a:lnTo>
                    <a:lnTo>
                      <a:pt x="63" y="151"/>
                    </a:lnTo>
                    <a:lnTo>
                      <a:pt x="68" y="162"/>
                    </a:lnTo>
                    <a:lnTo>
                      <a:pt x="74" y="171"/>
                    </a:lnTo>
                    <a:lnTo>
                      <a:pt x="81" y="178"/>
                    </a:lnTo>
                    <a:lnTo>
                      <a:pt x="60" y="192"/>
                    </a:lnTo>
                    <a:lnTo>
                      <a:pt x="8" y="229"/>
                    </a:lnTo>
                    <a:lnTo>
                      <a:pt x="8" y="229"/>
                    </a:lnTo>
                    <a:lnTo>
                      <a:pt x="5" y="232"/>
                    </a:lnTo>
                    <a:lnTo>
                      <a:pt x="2" y="237"/>
                    </a:lnTo>
                    <a:lnTo>
                      <a:pt x="1" y="243"/>
                    </a:lnTo>
                    <a:lnTo>
                      <a:pt x="0" y="249"/>
                    </a:lnTo>
                    <a:lnTo>
                      <a:pt x="0" y="322"/>
                    </a:lnTo>
                    <a:lnTo>
                      <a:pt x="0" y="335"/>
                    </a:lnTo>
                    <a:lnTo>
                      <a:pt x="0" y="335"/>
                    </a:lnTo>
                    <a:lnTo>
                      <a:pt x="1" y="343"/>
                    </a:lnTo>
                    <a:lnTo>
                      <a:pt x="4" y="350"/>
                    </a:lnTo>
                    <a:lnTo>
                      <a:pt x="8" y="355"/>
                    </a:lnTo>
                    <a:lnTo>
                      <a:pt x="12" y="356"/>
                    </a:lnTo>
                    <a:lnTo>
                      <a:pt x="199" y="356"/>
                    </a:lnTo>
                    <a:lnTo>
                      <a:pt x="199" y="356"/>
                    </a:lnTo>
                    <a:lnTo>
                      <a:pt x="204" y="355"/>
                    </a:lnTo>
                    <a:lnTo>
                      <a:pt x="208" y="350"/>
                    </a:lnTo>
                    <a:lnTo>
                      <a:pt x="211" y="343"/>
                    </a:lnTo>
                    <a:lnTo>
                      <a:pt x="211" y="335"/>
                    </a:lnTo>
                    <a:lnTo>
                      <a:pt x="211" y="322"/>
                    </a:lnTo>
                    <a:lnTo>
                      <a:pt x="211" y="249"/>
                    </a:lnTo>
                    <a:lnTo>
                      <a:pt x="211" y="249"/>
                    </a:lnTo>
                    <a:lnTo>
                      <a:pt x="211" y="243"/>
                    </a:lnTo>
                    <a:lnTo>
                      <a:pt x="209" y="237"/>
                    </a:lnTo>
                    <a:lnTo>
                      <a:pt x="207" y="232"/>
                    </a:lnTo>
                    <a:lnTo>
                      <a:pt x="204" y="229"/>
                    </a:lnTo>
                    <a:lnTo>
                      <a:pt x="204" y="229"/>
                    </a:lnTo>
                    <a:close/>
                  </a:path>
                </a:pathLst>
              </a:custGeom>
              <a:solidFill>
                <a:srgbClr val="23912D"/>
              </a:solidFill>
              <a:ln w="38100" cmpd="sng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lIns="68652" tIns="34326" rIns="68652" bIns="34326"/>
              <a:lstStyle/>
              <a:p>
                <a:pPr defTabSz="822908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901" b="1" kern="0">
                  <a:solidFill>
                    <a:sysClr val="windowText" lastClr="000000"/>
                  </a:solidFill>
                  <a:cs typeface="Arial"/>
                </a:endParaRPr>
              </a:p>
            </p:txBody>
          </p:sp>
          <p:sp>
            <p:nvSpPr>
              <p:cNvPr id="143" name="Freeform 1621"/>
              <p:cNvSpPr>
                <a:spLocks/>
              </p:cNvSpPr>
              <p:nvPr/>
            </p:nvSpPr>
            <p:spPr bwMode="auto">
              <a:xfrm>
                <a:off x="3921093" y="1670711"/>
                <a:ext cx="458613" cy="519038"/>
              </a:xfrm>
              <a:custGeom>
                <a:avLst/>
                <a:gdLst/>
                <a:ahLst/>
                <a:cxnLst>
                  <a:cxn ang="0">
                    <a:pos x="153" y="193"/>
                  </a:cxn>
                  <a:cxn ang="0">
                    <a:pos x="132" y="177"/>
                  </a:cxn>
                  <a:cxn ang="0">
                    <a:pos x="144" y="160"/>
                  </a:cxn>
                  <a:cxn ang="0">
                    <a:pos x="154" y="138"/>
                  </a:cxn>
                  <a:cxn ang="0">
                    <a:pos x="156" y="127"/>
                  </a:cxn>
                  <a:cxn ang="0">
                    <a:pos x="159" y="106"/>
                  </a:cxn>
                  <a:cxn ang="0">
                    <a:pos x="160" y="94"/>
                  </a:cxn>
                  <a:cxn ang="0">
                    <a:pos x="158" y="69"/>
                  </a:cxn>
                  <a:cxn ang="0">
                    <a:pos x="155" y="54"/>
                  </a:cxn>
                  <a:cxn ang="0">
                    <a:pos x="145" y="30"/>
                  </a:cxn>
                  <a:cxn ang="0">
                    <a:pos x="131" y="12"/>
                  </a:cxn>
                  <a:cxn ang="0">
                    <a:pos x="115" y="1"/>
                  </a:cxn>
                  <a:cxn ang="0">
                    <a:pos x="106" y="0"/>
                  </a:cxn>
                  <a:cxn ang="0">
                    <a:pos x="89" y="4"/>
                  </a:cxn>
                  <a:cxn ang="0">
                    <a:pos x="74" y="19"/>
                  </a:cxn>
                  <a:cxn ang="0">
                    <a:pos x="62" y="40"/>
                  </a:cxn>
                  <a:cxn ang="0">
                    <a:pos x="55" y="66"/>
                  </a:cxn>
                  <a:cxn ang="0">
                    <a:pos x="53" y="79"/>
                  </a:cxn>
                  <a:cxn ang="0">
                    <a:pos x="52" y="94"/>
                  </a:cxn>
                  <a:cxn ang="0">
                    <a:pos x="54" y="118"/>
                  </a:cxn>
                  <a:cxn ang="0">
                    <a:pos x="59" y="141"/>
                  </a:cxn>
                  <a:cxn ang="0">
                    <a:pos x="63" y="151"/>
                  </a:cxn>
                  <a:cxn ang="0">
                    <a:pos x="74" y="171"/>
                  </a:cxn>
                  <a:cxn ang="0">
                    <a:pos x="60" y="192"/>
                  </a:cxn>
                  <a:cxn ang="0">
                    <a:pos x="8" y="229"/>
                  </a:cxn>
                  <a:cxn ang="0">
                    <a:pos x="2" y="237"/>
                  </a:cxn>
                  <a:cxn ang="0">
                    <a:pos x="0" y="249"/>
                  </a:cxn>
                  <a:cxn ang="0">
                    <a:pos x="0" y="335"/>
                  </a:cxn>
                  <a:cxn ang="0">
                    <a:pos x="1" y="343"/>
                  </a:cxn>
                  <a:cxn ang="0">
                    <a:pos x="8" y="355"/>
                  </a:cxn>
                  <a:cxn ang="0">
                    <a:pos x="199" y="356"/>
                  </a:cxn>
                  <a:cxn ang="0">
                    <a:pos x="204" y="355"/>
                  </a:cxn>
                  <a:cxn ang="0">
                    <a:pos x="211" y="343"/>
                  </a:cxn>
                  <a:cxn ang="0">
                    <a:pos x="211" y="322"/>
                  </a:cxn>
                  <a:cxn ang="0">
                    <a:pos x="211" y="249"/>
                  </a:cxn>
                  <a:cxn ang="0">
                    <a:pos x="209" y="237"/>
                  </a:cxn>
                  <a:cxn ang="0">
                    <a:pos x="204" y="229"/>
                  </a:cxn>
                </a:cxnLst>
                <a:rect l="0" t="0" r="r" b="b"/>
                <a:pathLst>
                  <a:path w="211" h="356">
                    <a:moveTo>
                      <a:pt x="204" y="229"/>
                    </a:moveTo>
                    <a:lnTo>
                      <a:pt x="153" y="193"/>
                    </a:lnTo>
                    <a:lnTo>
                      <a:pt x="132" y="177"/>
                    </a:lnTo>
                    <a:lnTo>
                      <a:pt x="132" y="177"/>
                    </a:lnTo>
                    <a:lnTo>
                      <a:pt x="138" y="169"/>
                    </a:lnTo>
                    <a:lnTo>
                      <a:pt x="144" y="160"/>
                    </a:lnTo>
                    <a:lnTo>
                      <a:pt x="149" y="150"/>
                    </a:lnTo>
                    <a:lnTo>
                      <a:pt x="154" y="138"/>
                    </a:lnTo>
                    <a:lnTo>
                      <a:pt x="154" y="138"/>
                    </a:lnTo>
                    <a:lnTo>
                      <a:pt x="156" y="127"/>
                    </a:lnTo>
                    <a:lnTo>
                      <a:pt x="158" y="117"/>
                    </a:lnTo>
                    <a:lnTo>
                      <a:pt x="159" y="106"/>
                    </a:lnTo>
                    <a:lnTo>
                      <a:pt x="160" y="94"/>
                    </a:lnTo>
                    <a:lnTo>
                      <a:pt x="160" y="94"/>
                    </a:lnTo>
                    <a:lnTo>
                      <a:pt x="159" y="81"/>
                    </a:lnTo>
                    <a:lnTo>
                      <a:pt x="158" y="69"/>
                    </a:lnTo>
                    <a:lnTo>
                      <a:pt x="158" y="69"/>
                    </a:lnTo>
                    <a:lnTo>
                      <a:pt x="155" y="54"/>
                    </a:lnTo>
                    <a:lnTo>
                      <a:pt x="150" y="42"/>
                    </a:lnTo>
                    <a:lnTo>
                      <a:pt x="145" y="30"/>
                    </a:lnTo>
                    <a:lnTo>
                      <a:pt x="139" y="19"/>
                    </a:lnTo>
                    <a:lnTo>
                      <a:pt x="131" y="12"/>
                    </a:lnTo>
                    <a:lnTo>
                      <a:pt x="124" y="6"/>
                    </a:lnTo>
                    <a:lnTo>
                      <a:pt x="115" y="1"/>
                    </a:lnTo>
                    <a:lnTo>
                      <a:pt x="106" y="0"/>
                    </a:lnTo>
                    <a:lnTo>
                      <a:pt x="106" y="0"/>
                    </a:lnTo>
                    <a:lnTo>
                      <a:pt x="97" y="1"/>
                    </a:lnTo>
                    <a:lnTo>
                      <a:pt x="89" y="4"/>
                    </a:lnTo>
                    <a:lnTo>
                      <a:pt x="81" y="10"/>
                    </a:lnTo>
                    <a:lnTo>
                      <a:pt x="74" y="19"/>
                    </a:lnTo>
                    <a:lnTo>
                      <a:pt x="67" y="28"/>
                    </a:lnTo>
                    <a:lnTo>
                      <a:pt x="62" y="40"/>
                    </a:lnTo>
                    <a:lnTo>
                      <a:pt x="58" y="52"/>
                    </a:lnTo>
                    <a:lnTo>
                      <a:pt x="55" y="66"/>
                    </a:lnTo>
                    <a:lnTo>
                      <a:pt x="55" y="66"/>
                    </a:lnTo>
                    <a:lnTo>
                      <a:pt x="53" y="79"/>
                    </a:lnTo>
                    <a:lnTo>
                      <a:pt x="52" y="94"/>
                    </a:lnTo>
                    <a:lnTo>
                      <a:pt x="52" y="94"/>
                    </a:lnTo>
                    <a:lnTo>
                      <a:pt x="52" y="106"/>
                    </a:lnTo>
                    <a:lnTo>
                      <a:pt x="54" y="118"/>
                    </a:lnTo>
                    <a:lnTo>
                      <a:pt x="56" y="130"/>
                    </a:lnTo>
                    <a:lnTo>
                      <a:pt x="59" y="141"/>
                    </a:lnTo>
                    <a:lnTo>
                      <a:pt x="59" y="141"/>
                    </a:lnTo>
                    <a:lnTo>
                      <a:pt x="63" y="151"/>
                    </a:lnTo>
                    <a:lnTo>
                      <a:pt x="68" y="162"/>
                    </a:lnTo>
                    <a:lnTo>
                      <a:pt x="74" y="171"/>
                    </a:lnTo>
                    <a:lnTo>
                      <a:pt x="81" y="178"/>
                    </a:lnTo>
                    <a:lnTo>
                      <a:pt x="60" y="192"/>
                    </a:lnTo>
                    <a:lnTo>
                      <a:pt x="8" y="229"/>
                    </a:lnTo>
                    <a:lnTo>
                      <a:pt x="8" y="229"/>
                    </a:lnTo>
                    <a:lnTo>
                      <a:pt x="5" y="232"/>
                    </a:lnTo>
                    <a:lnTo>
                      <a:pt x="2" y="237"/>
                    </a:lnTo>
                    <a:lnTo>
                      <a:pt x="1" y="243"/>
                    </a:lnTo>
                    <a:lnTo>
                      <a:pt x="0" y="249"/>
                    </a:lnTo>
                    <a:lnTo>
                      <a:pt x="0" y="322"/>
                    </a:lnTo>
                    <a:lnTo>
                      <a:pt x="0" y="335"/>
                    </a:lnTo>
                    <a:lnTo>
                      <a:pt x="0" y="335"/>
                    </a:lnTo>
                    <a:lnTo>
                      <a:pt x="1" y="343"/>
                    </a:lnTo>
                    <a:lnTo>
                      <a:pt x="4" y="350"/>
                    </a:lnTo>
                    <a:lnTo>
                      <a:pt x="8" y="355"/>
                    </a:lnTo>
                    <a:lnTo>
                      <a:pt x="12" y="356"/>
                    </a:lnTo>
                    <a:lnTo>
                      <a:pt x="199" y="356"/>
                    </a:lnTo>
                    <a:lnTo>
                      <a:pt x="199" y="356"/>
                    </a:lnTo>
                    <a:lnTo>
                      <a:pt x="204" y="355"/>
                    </a:lnTo>
                    <a:lnTo>
                      <a:pt x="208" y="350"/>
                    </a:lnTo>
                    <a:lnTo>
                      <a:pt x="211" y="343"/>
                    </a:lnTo>
                    <a:lnTo>
                      <a:pt x="211" y="335"/>
                    </a:lnTo>
                    <a:lnTo>
                      <a:pt x="211" y="322"/>
                    </a:lnTo>
                    <a:lnTo>
                      <a:pt x="211" y="249"/>
                    </a:lnTo>
                    <a:lnTo>
                      <a:pt x="211" y="249"/>
                    </a:lnTo>
                    <a:lnTo>
                      <a:pt x="211" y="243"/>
                    </a:lnTo>
                    <a:lnTo>
                      <a:pt x="209" y="237"/>
                    </a:lnTo>
                    <a:lnTo>
                      <a:pt x="207" y="232"/>
                    </a:lnTo>
                    <a:lnTo>
                      <a:pt x="204" y="229"/>
                    </a:lnTo>
                    <a:lnTo>
                      <a:pt x="204" y="229"/>
                    </a:lnTo>
                    <a:close/>
                  </a:path>
                </a:pathLst>
              </a:custGeom>
              <a:solidFill>
                <a:srgbClr val="23912D"/>
              </a:solidFill>
              <a:ln w="38100" cmpd="sng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lIns="68652" tIns="34326" rIns="68652" bIns="34326"/>
              <a:lstStyle/>
              <a:p>
                <a:pPr defTabSz="822908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901" b="1" kern="0">
                  <a:solidFill>
                    <a:sysClr val="windowText" lastClr="000000"/>
                  </a:solidFill>
                  <a:cs typeface="Arial"/>
                </a:endParaRPr>
              </a:p>
            </p:txBody>
          </p:sp>
          <p:sp>
            <p:nvSpPr>
              <p:cNvPr id="144" name="Freeform 1621"/>
              <p:cNvSpPr>
                <a:spLocks/>
              </p:cNvSpPr>
              <p:nvPr/>
            </p:nvSpPr>
            <p:spPr bwMode="auto">
              <a:xfrm>
                <a:off x="4042606" y="1741222"/>
                <a:ext cx="456654" cy="519038"/>
              </a:xfrm>
              <a:custGeom>
                <a:avLst/>
                <a:gdLst/>
                <a:ahLst/>
                <a:cxnLst>
                  <a:cxn ang="0">
                    <a:pos x="153" y="193"/>
                  </a:cxn>
                  <a:cxn ang="0">
                    <a:pos x="132" y="177"/>
                  </a:cxn>
                  <a:cxn ang="0">
                    <a:pos x="144" y="160"/>
                  </a:cxn>
                  <a:cxn ang="0">
                    <a:pos x="154" y="138"/>
                  </a:cxn>
                  <a:cxn ang="0">
                    <a:pos x="156" y="127"/>
                  </a:cxn>
                  <a:cxn ang="0">
                    <a:pos x="159" y="106"/>
                  </a:cxn>
                  <a:cxn ang="0">
                    <a:pos x="160" y="94"/>
                  </a:cxn>
                  <a:cxn ang="0">
                    <a:pos x="158" y="69"/>
                  </a:cxn>
                  <a:cxn ang="0">
                    <a:pos x="155" y="54"/>
                  </a:cxn>
                  <a:cxn ang="0">
                    <a:pos x="145" y="30"/>
                  </a:cxn>
                  <a:cxn ang="0">
                    <a:pos x="131" y="12"/>
                  </a:cxn>
                  <a:cxn ang="0">
                    <a:pos x="115" y="1"/>
                  </a:cxn>
                  <a:cxn ang="0">
                    <a:pos x="106" y="0"/>
                  </a:cxn>
                  <a:cxn ang="0">
                    <a:pos x="89" y="4"/>
                  </a:cxn>
                  <a:cxn ang="0">
                    <a:pos x="74" y="19"/>
                  </a:cxn>
                  <a:cxn ang="0">
                    <a:pos x="62" y="40"/>
                  </a:cxn>
                  <a:cxn ang="0">
                    <a:pos x="55" y="66"/>
                  </a:cxn>
                  <a:cxn ang="0">
                    <a:pos x="53" y="79"/>
                  </a:cxn>
                  <a:cxn ang="0">
                    <a:pos x="52" y="94"/>
                  </a:cxn>
                  <a:cxn ang="0">
                    <a:pos x="54" y="118"/>
                  </a:cxn>
                  <a:cxn ang="0">
                    <a:pos x="59" y="141"/>
                  </a:cxn>
                  <a:cxn ang="0">
                    <a:pos x="63" y="151"/>
                  </a:cxn>
                  <a:cxn ang="0">
                    <a:pos x="74" y="171"/>
                  </a:cxn>
                  <a:cxn ang="0">
                    <a:pos x="60" y="192"/>
                  </a:cxn>
                  <a:cxn ang="0">
                    <a:pos x="8" y="229"/>
                  </a:cxn>
                  <a:cxn ang="0">
                    <a:pos x="2" y="237"/>
                  </a:cxn>
                  <a:cxn ang="0">
                    <a:pos x="0" y="249"/>
                  </a:cxn>
                  <a:cxn ang="0">
                    <a:pos x="0" y="335"/>
                  </a:cxn>
                  <a:cxn ang="0">
                    <a:pos x="1" y="343"/>
                  </a:cxn>
                  <a:cxn ang="0">
                    <a:pos x="8" y="355"/>
                  </a:cxn>
                  <a:cxn ang="0">
                    <a:pos x="199" y="356"/>
                  </a:cxn>
                  <a:cxn ang="0">
                    <a:pos x="204" y="355"/>
                  </a:cxn>
                  <a:cxn ang="0">
                    <a:pos x="211" y="343"/>
                  </a:cxn>
                  <a:cxn ang="0">
                    <a:pos x="211" y="322"/>
                  </a:cxn>
                  <a:cxn ang="0">
                    <a:pos x="211" y="249"/>
                  </a:cxn>
                  <a:cxn ang="0">
                    <a:pos x="209" y="237"/>
                  </a:cxn>
                  <a:cxn ang="0">
                    <a:pos x="204" y="229"/>
                  </a:cxn>
                </a:cxnLst>
                <a:rect l="0" t="0" r="r" b="b"/>
                <a:pathLst>
                  <a:path w="211" h="356">
                    <a:moveTo>
                      <a:pt x="204" y="229"/>
                    </a:moveTo>
                    <a:lnTo>
                      <a:pt x="153" y="193"/>
                    </a:lnTo>
                    <a:lnTo>
                      <a:pt x="132" y="177"/>
                    </a:lnTo>
                    <a:lnTo>
                      <a:pt x="132" y="177"/>
                    </a:lnTo>
                    <a:lnTo>
                      <a:pt x="138" y="169"/>
                    </a:lnTo>
                    <a:lnTo>
                      <a:pt x="144" y="160"/>
                    </a:lnTo>
                    <a:lnTo>
                      <a:pt x="149" y="150"/>
                    </a:lnTo>
                    <a:lnTo>
                      <a:pt x="154" y="138"/>
                    </a:lnTo>
                    <a:lnTo>
                      <a:pt x="154" y="138"/>
                    </a:lnTo>
                    <a:lnTo>
                      <a:pt x="156" y="127"/>
                    </a:lnTo>
                    <a:lnTo>
                      <a:pt x="158" y="117"/>
                    </a:lnTo>
                    <a:lnTo>
                      <a:pt x="159" y="106"/>
                    </a:lnTo>
                    <a:lnTo>
                      <a:pt x="160" y="94"/>
                    </a:lnTo>
                    <a:lnTo>
                      <a:pt x="160" y="94"/>
                    </a:lnTo>
                    <a:lnTo>
                      <a:pt x="159" y="81"/>
                    </a:lnTo>
                    <a:lnTo>
                      <a:pt x="158" y="69"/>
                    </a:lnTo>
                    <a:lnTo>
                      <a:pt x="158" y="69"/>
                    </a:lnTo>
                    <a:lnTo>
                      <a:pt x="155" y="54"/>
                    </a:lnTo>
                    <a:lnTo>
                      <a:pt x="150" y="42"/>
                    </a:lnTo>
                    <a:lnTo>
                      <a:pt x="145" y="30"/>
                    </a:lnTo>
                    <a:lnTo>
                      <a:pt x="139" y="19"/>
                    </a:lnTo>
                    <a:lnTo>
                      <a:pt x="131" y="12"/>
                    </a:lnTo>
                    <a:lnTo>
                      <a:pt x="124" y="6"/>
                    </a:lnTo>
                    <a:lnTo>
                      <a:pt x="115" y="1"/>
                    </a:lnTo>
                    <a:lnTo>
                      <a:pt x="106" y="0"/>
                    </a:lnTo>
                    <a:lnTo>
                      <a:pt x="106" y="0"/>
                    </a:lnTo>
                    <a:lnTo>
                      <a:pt x="97" y="1"/>
                    </a:lnTo>
                    <a:lnTo>
                      <a:pt x="89" y="4"/>
                    </a:lnTo>
                    <a:lnTo>
                      <a:pt x="81" y="10"/>
                    </a:lnTo>
                    <a:lnTo>
                      <a:pt x="74" y="19"/>
                    </a:lnTo>
                    <a:lnTo>
                      <a:pt x="67" y="28"/>
                    </a:lnTo>
                    <a:lnTo>
                      <a:pt x="62" y="40"/>
                    </a:lnTo>
                    <a:lnTo>
                      <a:pt x="58" y="52"/>
                    </a:lnTo>
                    <a:lnTo>
                      <a:pt x="55" y="66"/>
                    </a:lnTo>
                    <a:lnTo>
                      <a:pt x="55" y="66"/>
                    </a:lnTo>
                    <a:lnTo>
                      <a:pt x="53" y="79"/>
                    </a:lnTo>
                    <a:lnTo>
                      <a:pt x="52" y="94"/>
                    </a:lnTo>
                    <a:lnTo>
                      <a:pt x="52" y="94"/>
                    </a:lnTo>
                    <a:lnTo>
                      <a:pt x="52" y="106"/>
                    </a:lnTo>
                    <a:lnTo>
                      <a:pt x="54" y="118"/>
                    </a:lnTo>
                    <a:lnTo>
                      <a:pt x="56" y="130"/>
                    </a:lnTo>
                    <a:lnTo>
                      <a:pt x="59" y="141"/>
                    </a:lnTo>
                    <a:lnTo>
                      <a:pt x="59" y="141"/>
                    </a:lnTo>
                    <a:lnTo>
                      <a:pt x="63" y="151"/>
                    </a:lnTo>
                    <a:lnTo>
                      <a:pt x="68" y="162"/>
                    </a:lnTo>
                    <a:lnTo>
                      <a:pt x="74" y="171"/>
                    </a:lnTo>
                    <a:lnTo>
                      <a:pt x="81" y="178"/>
                    </a:lnTo>
                    <a:lnTo>
                      <a:pt x="60" y="192"/>
                    </a:lnTo>
                    <a:lnTo>
                      <a:pt x="8" y="229"/>
                    </a:lnTo>
                    <a:lnTo>
                      <a:pt x="8" y="229"/>
                    </a:lnTo>
                    <a:lnTo>
                      <a:pt x="5" y="232"/>
                    </a:lnTo>
                    <a:lnTo>
                      <a:pt x="2" y="237"/>
                    </a:lnTo>
                    <a:lnTo>
                      <a:pt x="1" y="243"/>
                    </a:lnTo>
                    <a:lnTo>
                      <a:pt x="0" y="249"/>
                    </a:lnTo>
                    <a:lnTo>
                      <a:pt x="0" y="322"/>
                    </a:lnTo>
                    <a:lnTo>
                      <a:pt x="0" y="335"/>
                    </a:lnTo>
                    <a:lnTo>
                      <a:pt x="0" y="335"/>
                    </a:lnTo>
                    <a:lnTo>
                      <a:pt x="1" y="343"/>
                    </a:lnTo>
                    <a:lnTo>
                      <a:pt x="4" y="350"/>
                    </a:lnTo>
                    <a:lnTo>
                      <a:pt x="8" y="355"/>
                    </a:lnTo>
                    <a:lnTo>
                      <a:pt x="12" y="356"/>
                    </a:lnTo>
                    <a:lnTo>
                      <a:pt x="199" y="356"/>
                    </a:lnTo>
                    <a:lnTo>
                      <a:pt x="199" y="356"/>
                    </a:lnTo>
                    <a:lnTo>
                      <a:pt x="204" y="355"/>
                    </a:lnTo>
                    <a:lnTo>
                      <a:pt x="208" y="350"/>
                    </a:lnTo>
                    <a:lnTo>
                      <a:pt x="211" y="343"/>
                    </a:lnTo>
                    <a:lnTo>
                      <a:pt x="211" y="335"/>
                    </a:lnTo>
                    <a:lnTo>
                      <a:pt x="211" y="322"/>
                    </a:lnTo>
                    <a:lnTo>
                      <a:pt x="211" y="249"/>
                    </a:lnTo>
                    <a:lnTo>
                      <a:pt x="211" y="249"/>
                    </a:lnTo>
                    <a:lnTo>
                      <a:pt x="211" y="243"/>
                    </a:lnTo>
                    <a:lnTo>
                      <a:pt x="209" y="237"/>
                    </a:lnTo>
                    <a:lnTo>
                      <a:pt x="207" y="232"/>
                    </a:lnTo>
                    <a:lnTo>
                      <a:pt x="204" y="229"/>
                    </a:lnTo>
                    <a:lnTo>
                      <a:pt x="204" y="229"/>
                    </a:lnTo>
                    <a:close/>
                  </a:path>
                </a:pathLst>
              </a:custGeom>
              <a:solidFill>
                <a:srgbClr val="23912D"/>
              </a:solidFill>
              <a:ln w="38100" cmpd="sng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lIns="68652" tIns="34326" rIns="68652" bIns="34326"/>
              <a:lstStyle/>
              <a:p>
                <a:pPr defTabSz="822908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901" b="1" kern="0">
                  <a:solidFill>
                    <a:sysClr val="windowText" lastClr="000000"/>
                  </a:solidFill>
                  <a:cs typeface="Arial"/>
                </a:endParaRPr>
              </a:p>
            </p:txBody>
          </p:sp>
        </p:grpSp>
      </p:grpSp>
      <p:grpSp>
        <p:nvGrpSpPr>
          <p:cNvPr id="6" name="Group 5"/>
          <p:cNvGrpSpPr/>
          <p:nvPr/>
        </p:nvGrpSpPr>
        <p:grpSpPr>
          <a:xfrm>
            <a:off x="5163399" y="2705348"/>
            <a:ext cx="1371600" cy="692150"/>
            <a:chOff x="5163399" y="2705348"/>
            <a:chExt cx="1371600" cy="692150"/>
          </a:xfrm>
        </p:grpSpPr>
        <p:sp>
          <p:nvSpPr>
            <p:cNvPr id="138" name="Rectangle 1637"/>
            <p:cNvSpPr>
              <a:spLocks noChangeArrowheads="1"/>
            </p:cNvSpPr>
            <p:nvPr/>
          </p:nvSpPr>
          <p:spPr bwMode="auto">
            <a:xfrm>
              <a:off x="5163399" y="3265735"/>
              <a:ext cx="1371600" cy="1317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822908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1" b="1" kern="0">
                  <a:solidFill>
                    <a:srgbClr val="000000"/>
                  </a:solidFill>
                  <a:cs typeface="Arial"/>
                </a:rPr>
                <a:t>PMO</a:t>
              </a:r>
            </a:p>
          </p:txBody>
        </p:sp>
        <p:grpSp>
          <p:nvGrpSpPr>
            <p:cNvPr id="145" name="Group 144"/>
            <p:cNvGrpSpPr/>
            <p:nvPr/>
          </p:nvGrpSpPr>
          <p:grpSpPr>
            <a:xfrm>
              <a:off x="5561861" y="2705348"/>
              <a:ext cx="565150" cy="534987"/>
              <a:chOff x="6581140" y="2306191"/>
              <a:chExt cx="565150" cy="534987"/>
            </a:xfrm>
          </p:grpSpPr>
          <p:sp>
            <p:nvSpPr>
              <p:cNvPr id="146" name="Freeform 1621"/>
              <p:cNvSpPr>
                <a:spLocks/>
              </p:cNvSpPr>
              <p:nvPr/>
            </p:nvSpPr>
            <p:spPr bwMode="auto">
              <a:xfrm>
                <a:off x="6581140" y="2306191"/>
                <a:ext cx="369888" cy="420687"/>
              </a:xfrm>
              <a:custGeom>
                <a:avLst/>
                <a:gdLst/>
                <a:ahLst/>
                <a:cxnLst>
                  <a:cxn ang="0">
                    <a:pos x="153" y="193"/>
                  </a:cxn>
                  <a:cxn ang="0">
                    <a:pos x="132" y="177"/>
                  </a:cxn>
                  <a:cxn ang="0">
                    <a:pos x="144" y="160"/>
                  </a:cxn>
                  <a:cxn ang="0">
                    <a:pos x="154" y="138"/>
                  </a:cxn>
                  <a:cxn ang="0">
                    <a:pos x="156" y="127"/>
                  </a:cxn>
                  <a:cxn ang="0">
                    <a:pos x="159" y="106"/>
                  </a:cxn>
                  <a:cxn ang="0">
                    <a:pos x="160" y="94"/>
                  </a:cxn>
                  <a:cxn ang="0">
                    <a:pos x="158" y="69"/>
                  </a:cxn>
                  <a:cxn ang="0">
                    <a:pos x="155" y="54"/>
                  </a:cxn>
                  <a:cxn ang="0">
                    <a:pos x="145" y="30"/>
                  </a:cxn>
                  <a:cxn ang="0">
                    <a:pos x="131" y="12"/>
                  </a:cxn>
                  <a:cxn ang="0">
                    <a:pos x="115" y="1"/>
                  </a:cxn>
                  <a:cxn ang="0">
                    <a:pos x="106" y="0"/>
                  </a:cxn>
                  <a:cxn ang="0">
                    <a:pos x="89" y="4"/>
                  </a:cxn>
                  <a:cxn ang="0">
                    <a:pos x="74" y="19"/>
                  </a:cxn>
                  <a:cxn ang="0">
                    <a:pos x="62" y="40"/>
                  </a:cxn>
                  <a:cxn ang="0">
                    <a:pos x="55" y="66"/>
                  </a:cxn>
                  <a:cxn ang="0">
                    <a:pos x="53" y="79"/>
                  </a:cxn>
                  <a:cxn ang="0">
                    <a:pos x="52" y="94"/>
                  </a:cxn>
                  <a:cxn ang="0">
                    <a:pos x="54" y="118"/>
                  </a:cxn>
                  <a:cxn ang="0">
                    <a:pos x="59" y="141"/>
                  </a:cxn>
                  <a:cxn ang="0">
                    <a:pos x="63" y="151"/>
                  </a:cxn>
                  <a:cxn ang="0">
                    <a:pos x="74" y="171"/>
                  </a:cxn>
                  <a:cxn ang="0">
                    <a:pos x="60" y="192"/>
                  </a:cxn>
                  <a:cxn ang="0">
                    <a:pos x="8" y="229"/>
                  </a:cxn>
                  <a:cxn ang="0">
                    <a:pos x="2" y="237"/>
                  </a:cxn>
                  <a:cxn ang="0">
                    <a:pos x="0" y="249"/>
                  </a:cxn>
                  <a:cxn ang="0">
                    <a:pos x="0" y="335"/>
                  </a:cxn>
                  <a:cxn ang="0">
                    <a:pos x="1" y="343"/>
                  </a:cxn>
                  <a:cxn ang="0">
                    <a:pos x="8" y="355"/>
                  </a:cxn>
                  <a:cxn ang="0">
                    <a:pos x="199" y="356"/>
                  </a:cxn>
                  <a:cxn ang="0">
                    <a:pos x="204" y="355"/>
                  </a:cxn>
                  <a:cxn ang="0">
                    <a:pos x="211" y="343"/>
                  </a:cxn>
                  <a:cxn ang="0">
                    <a:pos x="211" y="322"/>
                  </a:cxn>
                  <a:cxn ang="0">
                    <a:pos x="211" y="249"/>
                  </a:cxn>
                  <a:cxn ang="0">
                    <a:pos x="209" y="237"/>
                  </a:cxn>
                  <a:cxn ang="0">
                    <a:pos x="204" y="229"/>
                  </a:cxn>
                </a:cxnLst>
                <a:rect l="0" t="0" r="r" b="b"/>
                <a:pathLst>
                  <a:path w="211" h="356">
                    <a:moveTo>
                      <a:pt x="204" y="229"/>
                    </a:moveTo>
                    <a:lnTo>
                      <a:pt x="153" y="193"/>
                    </a:lnTo>
                    <a:lnTo>
                      <a:pt x="132" y="177"/>
                    </a:lnTo>
                    <a:lnTo>
                      <a:pt x="132" y="177"/>
                    </a:lnTo>
                    <a:lnTo>
                      <a:pt x="138" y="169"/>
                    </a:lnTo>
                    <a:lnTo>
                      <a:pt x="144" y="160"/>
                    </a:lnTo>
                    <a:lnTo>
                      <a:pt x="149" y="150"/>
                    </a:lnTo>
                    <a:lnTo>
                      <a:pt x="154" y="138"/>
                    </a:lnTo>
                    <a:lnTo>
                      <a:pt x="154" y="138"/>
                    </a:lnTo>
                    <a:lnTo>
                      <a:pt x="156" y="127"/>
                    </a:lnTo>
                    <a:lnTo>
                      <a:pt x="158" y="117"/>
                    </a:lnTo>
                    <a:lnTo>
                      <a:pt x="159" y="106"/>
                    </a:lnTo>
                    <a:lnTo>
                      <a:pt x="160" y="94"/>
                    </a:lnTo>
                    <a:lnTo>
                      <a:pt x="160" y="94"/>
                    </a:lnTo>
                    <a:lnTo>
                      <a:pt x="159" y="81"/>
                    </a:lnTo>
                    <a:lnTo>
                      <a:pt x="158" y="69"/>
                    </a:lnTo>
                    <a:lnTo>
                      <a:pt x="158" y="69"/>
                    </a:lnTo>
                    <a:lnTo>
                      <a:pt x="155" y="54"/>
                    </a:lnTo>
                    <a:lnTo>
                      <a:pt x="150" y="42"/>
                    </a:lnTo>
                    <a:lnTo>
                      <a:pt x="145" y="30"/>
                    </a:lnTo>
                    <a:lnTo>
                      <a:pt x="139" y="19"/>
                    </a:lnTo>
                    <a:lnTo>
                      <a:pt x="131" y="12"/>
                    </a:lnTo>
                    <a:lnTo>
                      <a:pt x="124" y="6"/>
                    </a:lnTo>
                    <a:lnTo>
                      <a:pt x="115" y="1"/>
                    </a:lnTo>
                    <a:lnTo>
                      <a:pt x="106" y="0"/>
                    </a:lnTo>
                    <a:lnTo>
                      <a:pt x="106" y="0"/>
                    </a:lnTo>
                    <a:lnTo>
                      <a:pt x="97" y="1"/>
                    </a:lnTo>
                    <a:lnTo>
                      <a:pt x="89" y="4"/>
                    </a:lnTo>
                    <a:lnTo>
                      <a:pt x="81" y="10"/>
                    </a:lnTo>
                    <a:lnTo>
                      <a:pt x="74" y="19"/>
                    </a:lnTo>
                    <a:lnTo>
                      <a:pt x="67" y="28"/>
                    </a:lnTo>
                    <a:lnTo>
                      <a:pt x="62" y="40"/>
                    </a:lnTo>
                    <a:lnTo>
                      <a:pt x="58" y="52"/>
                    </a:lnTo>
                    <a:lnTo>
                      <a:pt x="55" y="66"/>
                    </a:lnTo>
                    <a:lnTo>
                      <a:pt x="55" y="66"/>
                    </a:lnTo>
                    <a:lnTo>
                      <a:pt x="53" y="79"/>
                    </a:lnTo>
                    <a:lnTo>
                      <a:pt x="52" y="94"/>
                    </a:lnTo>
                    <a:lnTo>
                      <a:pt x="52" y="94"/>
                    </a:lnTo>
                    <a:lnTo>
                      <a:pt x="52" y="106"/>
                    </a:lnTo>
                    <a:lnTo>
                      <a:pt x="54" y="118"/>
                    </a:lnTo>
                    <a:lnTo>
                      <a:pt x="56" y="130"/>
                    </a:lnTo>
                    <a:lnTo>
                      <a:pt x="59" y="141"/>
                    </a:lnTo>
                    <a:lnTo>
                      <a:pt x="59" y="141"/>
                    </a:lnTo>
                    <a:lnTo>
                      <a:pt x="63" y="151"/>
                    </a:lnTo>
                    <a:lnTo>
                      <a:pt x="68" y="162"/>
                    </a:lnTo>
                    <a:lnTo>
                      <a:pt x="74" y="171"/>
                    </a:lnTo>
                    <a:lnTo>
                      <a:pt x="81" y="178"/>
                    </a:lnTo>
                    <a:lnTo>
                      <a:pt x="60" y="192"/>
                    </a:lnTo>
                    <a:lnTo>
                      <a:pt x="8" y="229"/>
                    </a:lnTo>
                    <a:lnTo>
                      <a:pt x="8" y="229"/>
                    </a:lnTo>
                    <a:lnTo>
                      <a:pt x="5" y="232"/>
                    </a:lnTo>
                    <a:lnTo>
                      <a:pt x="2" y="237"/>
                    </a:lnTo>
                    <a:lnTo>
                      <a:pt x="1" y="243"/>
                    </a:lnTo>
                    <a:lnTo>
                      <a:pt x="0" y="249"/>
                    </a:lnTo>
                    <a:lnTo>
                      <a:pt x="0" y="322"/>
                    </a:lnTo>
                    <a:lnTo>
                      <a:pt x="0" y="335"/>
                    </a:lnTo>
                    <a:lnTo>
                      <a:pt x="0" y="335"/>
                    </a:lnTo>
                    <a:lnTo>
                      <a:pt x="1" y="343"/>
                    </a:lnTo>
                    <a:lnTo>
                      <a:pt x="4" y="350"/>
                    </a:lnTo>
                    <a:lnTo>
                      <a:pt x="8" y="355"/>
                    </a:lnTo>
                    <a:lnTo>
                      <a:pt x="12" y="356"/>
                    </a:lnTo>
                    <a:lnTo>
                      <a:pt x="199" y="356"/>
                    </a:lnTo>
                    <a:lnTo>
                      <a:pt x="199" y="356"/>
                    </a:lnTo>
                    <a:lnTo>
                      <a:pt x="204" y="355"/>
                    </a:lnTo>
                    <a:lnTo>
                      <a:pt x="208" y="350"/>
                    </a:lnTo>
                    <a:lnTo>
                      <a:pt x="211" y="343"/>
                    </a:lnTo>
                    <a:lnTo>
                      <a:pt x="211" y="335"/>
                    </a:lnTo>
                    <a:lnTo>
                      <a:pt x="211" y="322"/>
                    </a:lnTo>
                    <a:lnTo>
                      <a:pt x="211" y="249"/>
                    </a:lnTo>
                    <a:lnTo>
                      <a:pt x="211" y="249"/>
                    </a:lnTo>
                    <a:lnTo>
                      <a:pt x="211" y="243"/>
                    </a:lnTo>
                    <a:lnTo>
                      <a:pt x="209" y="237"/>
                    </a:lnTo>
                    <a:lnTo>
                      <a:pt x="207" y="232"/>
                    </a:lnTo>
                    <a:lnTo>
                      <a:pt x="204" y="229"/>
                    </a:lnTo>
                    <a:lnTo>
                      <a:pt x="204" y="229"/>
                    </a:lnTo>
                    <a:close/>
                  </a:path>
                </a:pathLst>
              </a:custGeom>
              <a:solidFill>
                <a:srgbClr val="FFC627"/>
              </a:solidFill>
              <a:ln w="38100" cmpd="sng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lIns="68652" tIns="34326" rIns="68652" bIns="34326"/>
              <a:lstStyle/>
              <a:p>
                <a:pPr marL="0" marR="0" lvl="0" indent="0" defTabSz="822908" eaLnBrk="0" fontAlgn="base" latinLnBrk="0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1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Arial"/>
                </a:endParaRPr>
              </a:p>
            </p:txBody>
          </p:sp>
          <p:sp>
            <p:nvSpPr>
              <p:cNvPr id="147" name="Freeform 1621"/>
              <p:cNvSpPr>
                <a:spLocks/>
              </p:cNvSpPr>
              <p:nvPr/>
            </p:nvSpPr>
            <p:spPr bwMode="auto">
              <a:xfrm>
                <a:off x="6677978" y="2363341"/>
                <a:ext cx="371475" cy="420687"/>
              </a:xfrm>
              <a:custGeom>
                <a:avLst/>
                <a:gdLst/>
                <a:ahLst/>
                <a:cxnLst>
                  <a:cxn ang="0">
                    <a:pos x="153" y="193"/>
                  </a:cxn>
                  <a:cxn ang="0">
                    <a:pos x="132" y="177"/>
                  </a:cxn>
                  <a:cxn ang="0">
                    <a:pos x="144" y="160"/>
                  </a:cxn>
                  <a:cxn ang="0">
                    <a:pos x="154" y="138"/>
                  </a:cxn>
                  <a:cxn ang="0">
                    <a:pos x="156" y="127"/>
                  </a:cxn>
                  <a:cxn ang="0">
                    <a:pos x="159" y="106"/>
                  </a:cxn>
                  <a:cxn ang="0">
                    <a:pos x="160" y="94"/>
                  </a:cxn>
                  <a:cxn ang="0">
                    <a:pos x="158" y="69"/>
                  </a:cxn>
                  <a:cxn ang="0">
                    <a:pos x="155" y="54"/>
                  </a:cxn>
                  <a:cxn ang="0">
                    <a:pos x="145" y="30"/>
                  </a:cxn>
                  <a:cxn ang="0">
                    <a:pos x="131" y="12"/>
                  </a:cxn>
                  <a:cxn ang="0">
                    <a:pos x="115" y="1"/>
                  </a:cxn>
                  <a:cxn ang="0">
                    <a:pos x="106" y="0"/>
                  </a:cxn>
                  <a:cxn ang="0">
                    <a:pos x="89" y="4"/>
                  </a:cxn>
                  <a:cxn ang="0">
                    <a:pos x="74" y="19"/>
                  </a:cxn>
                  <a:cxn ang="0">
                    <a:pos x="62" y="40"/>
                  </a:cxn>
                  <a:cxn ang="0">
                    <a:pos x="55" y="66"/>
                  </a:cxn>
                  <a:cxn ang="0">
                    <a:pos x="53" y="79"/>
                  </a:cxn>
                  <a:cxn ang="0">
                    <a:pos x="52" y="94"/>
                  </a:cxn>
                  <a:cxn ang="0">
                    <a:pos x="54" y="118"/>
                  </a:cxn>
                  <a:cxn ang="0">
                    <a:pos x="59" y="141"/>
                  </a:cxn>
                  <a:cxn ang="0">
                    <a:pos x="63" y="151"/>
                  </a:cxn>
                  <a:cxn ang="0">
                    <a:pos x="74" y="171"/>
                  </a:cxn>
                  <a:cxn ang="0">
                    <a:pos x="60" y="192"/>
                  </a:cxn>
                  <a:cxn ang="0">
                    <a:pos x="8" y="229"/>
                  </a:cxn>
                  <a:cxn ang="0">
                    <a:pos x="2" y="237"/>
                  </a:cxn>
                  <a:cxn ang="0">
                    <a:pos x="0" y="249"/>
                  </a:cxn>
                  <a:cxn ang="0">
                    <a:pos x="0" y="335"/>
                  </a:cxn>
                  <a:cxn ang="0">
                    <a:pos x="1" y="343"/>
                  </a:cxn>
                  <a:cxn ang="0">
                    <a:pos x="8" y="355"/>
                  </a:cxn>
                  <a:cxn ang="0">
                    <a:pos x="199" y="356"/>
                  </a:cxn>
                  <a:cxn ang="0">
                    <a:pos x="204" y="355"/>
                  </a:cxn>
                  <a:cxn ang="0">
                    <a:pos x="211" y="343"/>
                  </a:cxn>
                  <a:cxn ang="0">
                    <a:pos x="211" y="322"/>
                  </a:cxn>
                  <a:cxn ang="0">
                    <a:pos x="211" y="249"/>
                  </a:cxn>
                  <a:cxn ang="0">
                    <a:pos x="209" y="237"/>
                  </a:cxn>
                  <a:cxn ang="0">
                    <a:pos x="204" y="229"/>
                  </a:cxn>
                </a:cxnLst>
                <a:rect l="0" t="0" r="r" b="b"/>
                <a:pathLst>
                  <a:path w="211" h="356">
                    <a:moveTo>
                      <a:pt x="204" y="229"/>
                    </a:moveTo>
                    <a:lnTo>
                      <a:pt x="153" y="193"/>
                    </a:lnTo>
                    <a:lnTo>
                      <a:pt x="132" y="177"/>
                    </a:lnTo>
                    <a:lnTo>
                      <a:pt x="132" y="177"/>
                    </a:lnTo>
                    <a:lnTo>
                      <a:pt x="138" y="169"/>
                    </a:lnTo>
                    <a:lnTo>
                      <a:pt x="144" y="160"/>
                    </a:lnTo>
                    <a:lnTo>
                      <a:pt x="149" y="150"/>
                    </a:lnTo>
                    <a:lnTo>
                      <a:pt x="154" y="138"/>
                    </a:lnTo>
                    <a:lnTo>
                      <a:pt x="154" y="138"/>
                    </a:lnTo>
                    <a:lnTo>
                      <a:pt x="156" y="127"/>
                    </a:lnTo>
                    <a:lnTo>
                      <a:pt x="158" y="117"/>
                    </a:lnTo>
                    <a:lnTo>
                      <a:pt x="159" y="106"/>
                    </a:lnTo>
                    <a:lnTo>
                      <a:pt x="160" y="94"/>
                    </a:lnTo>
                    <a:lnTo>
                      <a:pt x="160" y="94"/>
                    </a:lnTo>
                    <a:lnTo>
                      <a:pt x="159" y="81"/>
                    </a:lnTo>
                    <a:lnTo>
                      <a:pt x="158" y="69"/>
                    </a:lnTo>
                    <a:lnTo>
                      <a:pt x="158" y="69"/>
                    </a:lnTo>
                    <a:lnTo>
                      <a:pt x="155" y="54"/>
                    </a:lnTo>
                    <a:lnTo>
                      <a:pt x="150" y="42"/>
                    </a:lnTo>
                    <a:lnTo>
                      <a:pt x="145" y="30"/>
                    </a:lnTo>
                    <a:lnTo>
                      <a:pt x="139" y="19"/>
                    </a:lnTo>
                    <a:lnTo>
                      <a:pt x="131" y="12"/>
                    </a:lnTo>
                    <a:lnTo>
                      <a:pt x="124" y="6"/>
                    </a:lnTo>
                    <a:lnTo>
                      <a:pt x="115" y="1"/>
                    </a:lnTo>
                    <a:lnTo>
                      <a:pt x="106" y="0"/>
                    </a:lnTo>
                    <a:lnTo>
                      <a:pt x="106" y="0"/>
                    </a:lnTo>
                    <a:lnTo>
                      <a:pt x="97" y="1"/>
                    </a:lnTo>
                    <a:lnTo>
                      <a:pt x="89" y="4"/>
                    </a:lnTo>
                    <a:lnTo>
                      <a:pt x="81" y="10"/>
                    </a:lnTo>
                    <a:lnTo>
                      <a:pt x="74" y="19"/>
                    </a:lnTo>
                    <a:lnTo>
                      <a:pt x="67" y="28"/>
                    </a:lnTo>
                    <a:lnTo>
                      <a:pt x="62" y="40"/>
                    </a:lnTo>
                    <a:lnTo>
                      <a:pt x="58" y="52"/>
                    </a:lnTo>
                    <a:lnTo>
                      <a:pt x="55" y="66"/>
                    </a:lnTo>
                    <a:lnTo>
                      <a:pt x="55" y="66"/>
                    </a:lnTo>
                    <a:lnTo>
                      <a:pt x="53" y="79"/>
                    </a:lnTo>
                    <a:lnTo>
                      <a:pt x="52" y="94"/>
                    </a:lnTo>
                    <a:lnTo>
                      <a:pt x="52" y="94"/>
                    </a:lnTo>
                    <a:lnTo>
                      <a:pt x="52" y="106"/>
                    </a:lnTo>
                    <a:lnTo>
                      <a:pt x="54" y="118"/>
                    </a:lnTo>
                    <a:lnTo>
                      <a:pt x="56" y="130"/>
                    </a:lnTo>
                    <a:lnTo>
                      <a:pt x="59" y="141"/>
                    </a:lnTo>
                    <a:lnTo>
                      <a:pt x="59" y="141"/>
                    </a:lnTo>
                    <a:lnTo>
                      <a:pt x="63" y="151"/>
                    </a:lnTo>
                    <a:lnTo>
                      <a:pt x="68" y="162"/>
                    </a:lnTo>
                    <a:lnTo>
                      <a:pt x="74" y="171"/>
                    </a:lnTo>
                    <a:lnTo>
                      <a:pt x="81" y="178"/>
                    </a:lnTo>
                    <a:lnTo>
                      <a:pt x="60" y="192"/>
                    </a:lnTo>
                    <a:lnTo>
                      <a:pt x="8" y="229"/>
                    </a:lnTo>
                    <a:lnTo>
                      <a:pt x="8" y="229"/>
                    </a:lnTo>
                    <a:lnTo>
                      <a:pt x="5" y="232"/>
                    </a:lnTo>
                    <a:lnTo>
                      <a:pt x="2" y="237"/>
                    </a:lnTo>
                    <a:lnTo>
                      <a:pt x="1" y="243"/>
                    </a:lnTo>
                    <a:lnTo>
                      <a:pt x="0" y="249"/>
                    </a:lnTo>
                    <a:lnTo>
                      <a:pt x="0" y="322"/>
                    </a:lnTo>
                    <a:lnTo>
                      <a:pt x="0" y="335"/>
                    </a:lnTo>
                    <a:lnTo>
                      <a:pt x="0" y="335"/>
                    </a:lnTo>
                    <a:lnTo>
                      <a:pt x="1" y="343"/>
                    </a:lnTo>
                    <a:lnTo>
                      <a:pt x="4" y="350"/>
                    </a:lnTo>
                    <a:lnTo>
                      <a:pt x="8" y="355"/>
                    </a:lnTo>
                    <a:lnTo>
                      <a:pt x="12" y="356"/>
                    </a:lnTo>
                    <a:lnTo>
                      <a:pt x="199" y="356"/>
                    </a:lnTo>
                    <a:lnTo>
                      <a:pt x="199" y="356"/>
                    </a:lnTo>
                    <a:lnTo>
                      <a:pt x="204" y="355"/>
                    </a:lnTo>
                    <a:lnTo>
                      <a:pt x="208" y="350"/>
                    </a:lnTo>
                    <a:lnTo>
                      <a:pt x="211" y="343"/>
                    </a:lnTo>
                    <a:lnTo>
                      <a:pt x="211" y="335"/>
                    </a:lnTo>
                    <a:lnTo>
                      <a:pt x="211" y="322"/>
                    </a:lnTo>
                    <a:lnTo>
                      <a:pt x="211" y="249"/>
                    </a:lnTo>
                    <a:lnTo>
                      <a:pt x="211" y="249"/>
                    </a:lnTo>
                    <a:lnTo>
                      <a:pt x="211" y="243"/>
                    </a:lnTo>
                    <a:lnTo>
                      <a:pt x="209" y="237"/>
                    </a:lnTo>
                    <a:lnTo>
                      <a:pt x="207" y="232"/>
                    </a:lnTo>
                    <a:lnTo>
                      <a:pt x="204" y="229"/>
                    </a:lnTo>
                    <a:lnTo>
                      <a:pt x="204" y="229"/>
                    </a:lnTo>
                    <a:close/>
                  </a:path>
                </a:pathLst>
              </a:custGeom>
              <a:solidFill>
                <a:srgbClr val="FFC627"/>
              </a:solidFill>
              <a:ln w="38100" cmpd="sng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lIns="68652" tIns="34326" rIns="68652" bIns="34326"/>
              <a:lstStyle/>
              <a:p>
                <a:pPr marL="0" marR="0" lvl="0" indent="0" defTabSz="822908" eaLnBrk="0" fontAlgn="base" latinLnBrk="0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1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Arial"/>
                </a:endParaRPr>
              </a:p>
            </p:txBody>
          </p:sp>
          <p:sp>
            <p:nvSpPr>
              <p:cNvPr id="148" name="Freeform 1621"/>
              <p:cNvSpPr>
                <a:spLocks/>
              </p:cNvSpPr>
              <p:nvPr/>
            </p:nvSpPr>
            <p:spPr bwMode="auto">
              <a:xfrm>
                <a:off x="6774815" y="2420491"/>
                <a:ext cx="371475" cy="420687"/>
              </a:xfrm>
              <a:custGeom>
                <a:avLst/>
                <a:gdLst/>
                <a:ahLst/>
                <a:cxnLst>
                  <a:cxn ang="0">
                    <a:pos x="153" y="193"/>
                  </a:cxn>
                  <a:cxn ang="0">
                    <a:pos x="132" y="177"/>
                  </a:cxn>
                  <a:cxn ang="0">
                    <a:pos x="144" y="160"/>
                  </a:cxn>
                  <a:cxn ang="0">
                    <a:pos x="154" y="138"/>
                  </a:cxn>
                  <a:cxn ang="0">
                    <a:pos x="156" y="127"/>
                  </a:cxn>
                  <a:cxn ang="0">
                    <a:pos x="159" y="106"/>
                  </a:cxn>
                  <a:cxn ang="0">
                    <a:pos x="160" y="94"/>
                  </a:cxn>
                  <a:cxn ang="0">
                    <a:pos x="158" y="69"/>
                  </a:cxn>
                  <a:cxn ang="0">
                    <a:pos x="155" y="54"/>
                  </a:cxn>
                  <a:cxn ang="0">
                    <a:pos x="145" y="30"/>
                  </a:cxn>
                  <a:cxn ang="0">
                    <a:pos x="131" y="12"/>
                  </a:cxn>
                  <a:cxn ang="0">
                    <a:pos x="115" y="1"/>
                  </a:cxn>
                  <a:cxn ang="0">
                    <a:pos x="106" y="0"/>
                  </a:cxn>
                  <a:cxn ang="0">
                    <a:pos x="89" y="4"/>
                  </a:cxn>
                  <a:cxn ang="0">
                    <a:pos x="74" y="19"/>
                  </a:cxn>
                  <a:cxn ang="0">
                    <a:pos x="62" y="40"/>
                  </a:cxn>
                  <a:cxn ang="0">
                    <a:pos x="55" y="66"/>
                  </a:cxn>
                  <a:cxn ang="0">
                    <a:pos x="53" y="79"/>
                  </a:cxn>
                  <a:cxn ang="0">
                    <a:pos x="52" y="94"/>
                  </a:cxn>
                  <a:cxn ang="0">
                    <a:pos x="54" y="118"/>
                  </a:cxn>
                  <a:cxn ang="0">
                    <a:pos x="59" y="141"/>
                  </a:cxn>
                  <a:cxn ang="0">
                    <a:pos x="63" y="151"/>
                  </a:cxn>
                  <a:cxn ang="0">
                    <a:pos x="74" y="171"/>
                  </a:cxn>
                  <a:cxn ang="0">
                    <a:pos x="60" y="192"/>
                  </a:cxn>
                  <a:cxn ang="0">
                    <a:pos x="8" y="229"/>
                  </a:cxn>
                  <a:cxn ang="0">
                    <a:pos x="2" y="237"/>
                  </a:cxn>
                  <a:cxn ang="0">
                    <a:pos x="0" y="249"/>
                  </a:cxn>
                  <a:cxn ang="0">
                    <a:pos x="0" y="335"/>
                  </a:cxn>
                  <a:cxn ang="0">
                    <a:pos x="1" y="343"/>
                  </a:cxn>
                  <a:cxn ang="0">
                    <a:pos x="8" y="355"/>
                  </a:cxn>
                  <a:cxn ang="0">
                    <a:pos x="199" y="356"/>
                  </a:cxn>
                  <a:cxn ang="0">
                    <a:pos x="204" y="355"/>
                  </a:cxn>
                  <a:cxn ang="0">
                    <a:pos x="211" y="343"/>
                  </a:cxn>
                  <a:cxn ang="0">
                    <a:pos x="211" y="322"/>
                  </a:cxn>
                  <a:cxn ang="0">
                    <a:pos x="211" y="249"/>
                  </a:cxn>
                  <a:cxn ang="0">
                    <a:pos x="209" y="237"/>
                  </a:cxn>
                  <a:cxn ang="0">
                    <a:pos x="204" y="229"/>
                  </a:cxn>
                </a:cxnLst>
                <a:rect l="0" t="0" r="r" b="b"/>
                <a:pathLst>
                  <a:path w="211" h="356">
                    <a:moveTo>
                      <a:pt x="204" y="229"/>
                    </a:moveTo>
                    <a:lnTo>
                      <a:pt x="153" y="193"/>
                    </a:lnTo>
                    <a:lnTo>
                      <a:pt x="132" y="177"/>
                    </a:lnTo>
                    <a:lnTo>
                      <a:pt x="132" y="177"/>
                    </a:lnTo>
                    <a:lnTo>
                      <a:pt x="138" y="169"/>
                    </a:lnTo>
                    <a:lnTo>
                      <a:pt x="144" y="160"/>
                    </a:lnTo>
                    <a:lnTo>
                      <a:pt x="149" y="150"/>
                    </a:lnTo>
                    <a:lnTo>
                      <a:pt x="154" y="138"/>
                    </a:lnTo>
                    <a:lnTo>
                      <a:pt x="154" y="138"/>
                    </a:lnTo>
                    <a:lnTo>
                      <a:pt x="156" y="127"/>
                    </a:lnTo>
                    <a:lnTo>
                      <a:pt x="158" y="117"/>
                    </a:lnTo>
                    <a:lnTo>
                      <a:pt x="159" y="106"/>
                    </a:lnTo>
                    <a:lnTo>
                      <a:pt x="160" y="94"/>
                    </a:lnTo>
                    <a:lnTo>
                      <a:pt x="160" y="94"/>
                    </a:lnTo>
                    <a:lnTo>
                      <a:pt x="159" y="81"/>
                    </a:lnTo>
                    <a:lnTo>
                      <a:pt x="158" y="69"/>
                    </a:lnTo>
                    <a:lnTo>
                      <a:pt x="158" y="69"/>
                    </a:lnTo>
                    <a:lnTo>
                      <a:pt x="155" y="54"/>
                    </a:lnTo>
                    <a:lnTo>
                      <a:pt x="150" y="42"/>
                    </a:lnTo>
                    <a:lnTo>
                      <a:pt x="145" y="30"/>
                    </a:lnTo>
                    <a:lnTo>
                      <a:pt x="139" y="19"/>
                    </a:lnTo>
                    <a:lnTo>
                      <a:pt x="131" y="12"/>
                    </a:lnTo>
                    <a:lnTo>
                      <a:pt x="124" y="6"/>
                    </a:lnTo>
                    <a:lnTo>
                      <a:pt x="115" y="1"/>
                    </a:lnTo>
                    <a:lnTo>
                      <a:pt x="106" y="0"/>
                    </a:lnTo>
                    <a:lnTo>
                      <a:pt x="106" y="0"/>
                    </a:lnTo>
                    <a:lnTo>
                      <a:pt x="97" y="1"/>
                    </a:lnTo>
                    <a:lnTo>
                      <a:pt x="89" y="4"/>
                    </a:lnTo>
                    <a:lnTo>
                      <a:pt x="81" y="10"/>
                    </a:lnTo>
                    <a:lnTo>
                      <a:pt x="74" y="19"/>
                    </a:lnTo>
                    <a:lnTo>
                      <a:pt x="67" y="28"/>
                    </a:lnTo>
                    <a:lnTo>
                      <a:pt x="62" y="40"/>
                    </a:lnTo>
                    <a:lnTo>
                      <a:pt x="58" y="52"/>
                    </a:lnTo>
                    <a:lnTo>
                      <a:pt x="55" y="66"/>
                    </a:lnTo>
                    <a:lnTo>
                      <a:pt x="55" y="66"/>
                    </a:lnTo>
                    <a:lnTo>
                      <a:pt x="53" y="79"/>
                    </a:lnTo>
                    <a:lnTo>
                      <a:pt x="52" y="94"/>
                    </a:lnTo>
                    <a:lnTo>
                      <a:pt x="52" y="94"/>
                    </a:lnTo>
                    <a:lnTo>
                      <a:pt x="52" y="106"/>
                    </a:lnTo>
                    <a:lnTo>
                      <a:pt x="54" y="118"/>
                    </a:lnTo>
                    <a:lnTo>
                      <a:pt x="56" y="130"/>
                    </a:lnTo>
                    <a:lnTo>
                      <a:pt x="59" y="141"/>
                    </a:lnTo>
                    <a:lnTo>
                      <a:pt x="59" y="141"/>
                    </a:lnTo>
                    <a:lnTo>
                      <a:pt x="63" y="151"/>
                    </a:lnTo>
                    <a:lnTo>
                      <a:pt x="68" y="162"/>
                    </a:lnTo>
                    <a:lnTo>
                      <a:pt x="74" y="171"/>
                    </a:lnTo>
                    <a:lnTo>
                      <a:pt x="81" y="178"/>
                    </a:lnTo>
                    <a:lnTo>
                      <a:pt x="60" y="192"/>
                    </a:lnTo>
                    <a:lnTo>
                      <a:pt x="8" y="229"/>
                    </a:lnTo>
                    <a:lnTo>
                      <a:pt x="8" y="229"/>
                    </a:lnTo>
                    <a:lnTo>
                      <a:pt x="5" y="232"/>
                    </a:lnTo>
                    <a:lnTo>
                      <a:pt x="2" y="237"/>
                    </a:lnTo>
                    <a:lnTo>
                      <a:pt x="1" y="243"/>
                    </a:lnTo>
                    <a:lnTo>
                      <a:pt x="0" y="249"/>
                    </a:lnTo>
                    <a:lnTo>
                      <a:pt x="0" y="322"/>
                    </a:lnTo>
                    <a:lnTo>
                      <a:pt x="0" y="335"/>
                    </a:lnTo>
                    <a:lnTo>
                      <a:pt x="0" y="335"/>
                    </a:lnTo>
                    <a:lnTo>
                      <a:pt x="1" y="343"/>
                    </a:lnTo>
                    <a:lnTo>
                      <a:pt x="4" y="350"/>
                    </a:lnTo>
                    <a:lnTo>
                      <a:pt x="8" y="355"/>
                    </a:lnTo>
                    <a:lnTo>
                      <a:pt x="12" y="356"/>
                    </a:lnTo>
                    <a:lnTo>
                      <a:pt x="199" y="356"/>
                    </a:lnTo>
                    <a:lnTo>
                      <a:pt x="199" y="356"/>
                    </a:lnTo>
                    <a:lnTo>
                      <a:pt x="204" y="355"/>
                    </a:lnTo>
                    <a:lnTo>
                      <a:pt x="208" y="350"/>
                    </a:lnTo>
                    <a:lnTo>
                      <a:pt x="211" y="343"/>
                    </a:lnTo>
                    <a:lnTo>
                      <a:pt x="211" y="335"/>
                    </a:lnTo>
                    <a:lnTo>
                      <a:pt x="211" y="322"/>
                    </a:lnTo>
                    <a:lnTo>
                      <a:pt x="211" y="249"/>
                    </a:lnTo>
                    <a:lnTo>
                      <a:pt x="211" y="249"/>
                    </a:lnTo>
                    <a:lnTo>
                      <a:pt x="211" y="243"/>
                    </a:lnTo>
                    <a:lnTo>
                      <a:pt x="209" y="237"/>
                    </a:lnTo>
                    <a:lnTo>
                      <a:pt x="207" y="232"/>
                    </a:lnTo>
                    <a:lnTo>
                      <a:pt x="204" y="229"/>
                    </a:lnTo>
                    <a:lnTo>
                      <a:pt x="204" y="229"/>
                    </a:lnTo>
                    <a:close/>
                  </a:path>
                </a:pathLst>
              </a:custGeom>
              <a:solidFill>
                <a:srgbClr val="FFC627"/>
              </a:solidFill>
              <a:ln w="38100" cmpd="sng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lIns="68652" tIns="34326" rIns="68652" bIns="34326"/>
              <a:lstStyle/>
              <a:p>
                <a:pPr marL="0" marR="0" lvl="0" indent="0" defTabSz="822908" eaLnBrk="0" fontAlgn="base" latinLnBrk="0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1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Arial"/>
                </a:endParaRPr>
              </a:p>
            </p:txBody>
          </p:sp>
        </p:grpSp>
      </p:grpSp>
      <p:grpSp>
        <p:nvGrpSpPr>
          <p:cNvPr id="159" name="Group 6"/>
          <p:cNvGrpSpPr>
            <a:grpSpLocks/>
          </p:cNvGrpSpPr>
          <p:nvPr/>
        </p:nvGrpSpPr>
        <p:grpSpPr bwMode="auto">
          <a:xfrm>
            <a:off x="10024057" y="4130093"/>
            <a:ext cx="1371600" cy="690564"/>
            <a:chOff x="6015352" y="3568350"/>
            <a:chExt cx="1826894" cy="921322"/>
          </a:xfrm>
        </p:grpSpPr>
        <p:sp>
          <p:nvSpPr>
            <p:cNvPr id="160" name="Rectangle 1637"/>
            <p:cNvSpPr>
              <a:spLocks noChangeArrowheads="1"/>
            </p:cNvSpPr>
            <p:nvPr/>
          </p:nvSpPr>
          <p:spPr bwMode="auto">
            <a:xfrm>
              <a:off x="6015352" y="4313879"/>
              <a:ext cx="1826894" cy="1757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822908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1" b="1" kern="0">
                  <a:solidFill>
                    <a:srgbClr val="000000"/>
                  </a:solidFill>
                  <a:cs typeface="Arial"/>
                </a:rPr>
                <a:t>&lt;Role Name&gt;</a:t>
              </a:r>
            </a:p>
          </p:txBody>
        </p:sp>
        <p:grpSp>
          <p:nvGrpSpPr>
            <p:cNvPr id="161" name="Group 86"/>
            <p:cNvGrpSpPr>
              <a:grpSpLocks noChangeAspect="1"/>
            </p:cNvGrpSpPr>
            <p:nvPr/>
          </p:nvGrpSpPr>
          <p:grpSpPr bwMode="auto">
            <a:xfrm>
              <a:off x="6493220" y="3568350"/>
              <a:ext cx="752747" cy="711642"/>
              <a:chOff x="3802315" y="1600200"/>
              <a:chExt cx="697719" cy="659615"/>
            </a:xfrm>
          </p:grpSpPr>
          <p:sp>
            <p:nvSpPr>
              <p:cNvPr id="162" name="Freeform 1621"/>
              <p:cNvSpPr>
                <a:spLocks/>
              </p:cNvSpPr>
              <p:nvPr/>
            </p:nvSpPr>
            <p:spPr bwMode="auto">
              <a:xfrm>
                <a:off x="3802315" y="1600200"/>
                <a:ext cx="456653" cy="518268"/>
              </a:xfrm>
              <a:custGeom>
                <a:avLst/>
                <a:gdLst/>
                <a:ahLst/>
                <a:cxnLst>
                  <a:cxn ang="0">
                    <a:pos x="153" y="193"/>
                  </a:cxn>
                  <a:cxn ang="0">
                    <a:pos x="132" y="177"/>
                  </a:cxn>
                  <a:cxn ang="0">
                    <a:pos x="144" y="160"/>
                  </a:cxn>
                  <a:cxn ang="0">
                    <a:pos x="154" y="138"/>
                  </a:cxn>
                  <a:cxn ang="0">
                    <a:pos x="156" y="127"/>
                  </a:cxn>
                  <a:cxn ang="0">
                    <a:pos x="159" y="106"/>
                  </a:cxn>
                  <a:cxn ang="0">
                    <a:pos x="160" y="94"/>
                  </a:cxn>
                  <a:cxn ang="0">
                    <a:pos x="158" y="69"/>
                  </a:cxn>
                  <a:cxn ang="0">
                    <a:pos x="155" y="54"/>
                  </a:cxn>
                  <a:cxn ang="0">
                    <a:pos x="145" y="30"/>
                  </a:cxn>
                  <a:cxn ang="0">
                    <a:pos x="131" y="12"/>
                  </a:cxn>
                  <a:cxn ang="0">
                    <a:pos x="115" y="1"/>
                  </a:cxn>
                  <a:cxn ang="0">
                    <a:pos x="106" y="0"/>
                  </a:cxn>
                  <a:cxn ang="0">
                    <a:pos x="89" y="4"/>
                  </a:cxn>
                  <a:cxn ang="0">
                    <a:pos x="74" y="19"/>
                  </a:cxn>
                  <a:cxn ang="0">
                    <a:pos x="62" y="40"/>
                  </a:cxn>
                  <a:cxn ang="0">
                    <a:pos x="55" y="66"/>
                  </a:cxn>
                  <a:cxn ang="0">
                    <a:pos x="53" y="79"/>
                  </a:cxn>
                  <a:cxn ang="0">
                    <a:pos x="52" y="94"/>
                  </a:cxn>
                  <a:cxn ang="0">
                    <a:pos x="54" y="118"/>
                  </a:cxn>
                  <a:cxn ang="0">
                    <a:pos x="59" y="141"/>
                  </a:cxn>
                  <a:cxn ang="0">
                    <a:pos x="63" y="151"/>
                  </a:cxn>
                  <a:cxn ang="0">
                    <a:pos x="74" y="171"/>
                  </a:cxn>
                  <a:cxn ang="0">
                    <a:pos x="60" y="192"/>
                  </a:cxn>
                  <a:cxn ang="0">
                    <a:pos x="8" y="229"/>
                  </a:cxn>
                  <a:cxn ang="0">
                    <a:pos x="2" y="237"/>
                  </a:cxn>
                  <a:cxn ang="0">
                    <a:pos x="0" y="249"/>
                  </a:cxn>
                  <a:cxn ang="0">
                    <a:pos x="0" y="335"/>
                  </a:cxn>
                  <a:cxn ang="0">
                    <a:pos x="1" y="343"/>
                  </a:cxn>
                  <a:cxn ang="0">
                    <a:pos x="8" y="355"/>
                  </a:cxn>
                  <a:cxn ang="0">
                    <a:pos x="199" y="356"/>
                  </a:cxn>
                  <a:cxn ang="0">
                    <a:pos x="204" y="355"/>
                  </a:cxn>
                  <a:cxn ang="0">
                    <a:pos x="211" y="343"/>
                  </a:cxn>
                  <a:cxn ang="0">
                    <a:pos x="211" y="322"/>
                  </a:cxn>
                  <a:cxn ang="0">
                    <a:pos x="211" y="249"/>
                  </a:cxn>
                  <a:cxn ang="0">
                    <a:pos x="209" y="237"/>
                  </a:cxn>
                  <a:cxn ang="0">
                    <a:pos x="204" y="229"/>
                  </a:cxn>
                </a:cxnLst>
                <a:rect l="0" t="0" r="r" b="b"/>
                <a:pathLst>
                  <a:path w="211" h="356">
                    <a:moveTo>
                      <a:pt x="204" y="229"/>
                    </a:moveTo>
                    <a:lnTo>
                      <a:pt x="153" y="193"/>
                    </a:lnTo>
                    <a:lnTo>
                      <a:pt x="132" y="177"/>
                    </a:lnTo>
                    <a:lnTo>
                      <a:pt x="132" y="177"/>
                    </a:lnTo>
                    <a:lnTo>
                      <a:pt x="138" y="169"/>
                    </a:lnTo>
                    <a:lnTo>
                      <a:pt x="144" y="160"/>
                    </a:lnTo>
                    <a:lnTo>
                      <a:pt x="149" y="150"/>
                    </a:lnTo>
                    <a:lnTo>
                      <a:pt x="154" y="138"/>
                    </a:lnTo>
                    <a:lnTo>
                      <a:pt x="154" y="138"/>
                    </a:lnTo>
                    <a:lnTo>
                      <a:pt x="156" y="127"/>
                    </a:lnTo>
                    <a:lnTo>
                      <a:pt x="158" y="117"/>
                    </a:lnTo>
                    <a:lnTo>
                      <a:pt x="159" y="106"/>
                    </a:lnTo>
                    <a:lnTo>
                      <a:pt x="160" y="94"/>
                    </a:lnTo>
                    <a:lnTo>
                      <a:pt x="160" y="94"/>
                    </a:lnTo>
                    <a:lnTo>
                      <a:pt x="159" y="81"/>
                    </a:lnTo>
                    <a:lnTo>
                      <a:pt x="158" y="69"/>
                    </a:lnTo>
                    <a:lnTo>
                      <a:pt x="158" y="69"/>
                    </a:lnTo>
                    <a:lnTo>
                      <a:pt x="155" y="54"/>
                    </a:lnTo>
                    <a:lnTo>
                      <a:pt x="150" y="42"/>
                    </a:lnTo>
                    <a:lnTo>
                      <a:pt x="145" y="30"/>
                    </a:lnTo>
                    <a:lnTo>
                      <a:pt x="139" y="19"/>
                    </a:lnTo>
                    <a:lnTo>
                      <a:pt x="131" y="12"/>
                    </a:lnTo>
                    <a:lnTo>
                      <a:pt x="124" y="6"/>
                    </a:lnTo>
                    <a:lnTo>
                      <a:pt x="115" y="1"/>
                    </a:lnTo>
                    <a:lnTo>
                      <a:pt x="106" y="0"/>
                    </a:lnTo>
                    <a:lnTo>
                      <a:pt x="106" y="0"/>
                    </a:lnTo>
                    <a:lnTo>
                      <a:pt x="97" y="1"/>
                    </a:lnTo>
                    <a:lnTo>
                      <a:pt x="89" y="4"/>
                    </a:lnTo>
                    <a:lnTo>
                      <a:pt x="81" y="10"/>
                    </a:lnTo>
                    <a:lnTo>
                      <a:pt x="74" y="19"/>
                    </a:lnTo>
                    <a:lnTo>
                      <a:pt x="67" y="28"/>
                    </a:lnTo>
                    <a:lnTo>
                      <a:pt x="62" y="40"/>
                    </a:lnTo>
                    <a:lnTo>
                      <a:pt x="58" y="52"/>
                    </a:lnTo>
                    <a:lnTo>
                      <a:pt x="55" y="66"/>
                    </a:lnTo>
                    <a:lnTo>
                      <a:pt x="55" y="66"/>
                    </a:lnTo>
                    <a:lnTo>
                      <a:pt x="53" y="79"/>
                    </a:lnTo>
                    <a:lnTo>
                      <a:pt x="52" y="94"/>
                    </a:lnTo>
                    <a:lnTo>
                      <a:pt x="52" y="94"/>
                    </a:lnTo>
                    <a:lnTo>
                      <a:pt x="52" y="106"/>
                    </a:lnTo>
                    <a:lnTo>
                      <a:pt x="54" y="118"/>
                    </a:lnTo>
                    <a:lnTo>
                      <a:pt x="56" y="130"/>
                    </a:lnTo>
                    <a:lnTo>
                      <a:pt x="59" y="141"/>
                    </a:lnTo>
                    <a:lnTo>
                      <a:pt x="59" y="141"/>
                    </a:lnTo>
                    <a:lnTo>
                      <a:pt x="63" y="151"/>
                    </a:lnTo>
                    <a:lnTo>
                      <a:pt x="68" y="162"/>
                    </a:lnTo>
                    <a:lnTo>
                      <a:pt x="74" y="171"/>
                    </a:lnTo>
                    <a:lnTo>
                      <a:pt x="81" y="178"/>
                    </a:lnTo>
                    <a:lnTo>
                      <a:pt x="60" y="192"/>
                    </a:lnTo>
                    <a:lnTo>
                      <a:pt x="8" y="229"/>
                    </a:lnTo>
                    <a:lnTo>
                      <a:pt x="8" y="229"/>
                    </a:lnTo>
                    <a:lnTo>
                      <a:pt x="5" y="232"/>
                    </a:lnTo>
                    <a:lnTo>
                      <a:pt x="2" y="237"/>
                    </a:lnTo>
                    <a:lnTo>
                      <a:pt x="1" y="243"/>
                    </a:lnTo>
                    <a:lnTo>
                      <a:pt x="0" y="249"/>
                    </a:lnTo>
                    <a:lnTo>
                      <a:pt x="0" y="322"/>
                    </a:lnTo>
                    <a:lnTo>
                      <a:pt x="0" y="335"/>
                    </a:lnTo>
                    <a:lnTo>
                      <a:pt x="0" y="335"/>
                    </a:lnTo>
                    <a:lnTo>
                      <a:pt x="1" y="343"/>
                    </a:lnTo>
                    <a:lnTo>
                      <a:pt x="4" y="350"/>
                    </a:lnTo>
                    <a:lnTo>
                      <a:pt x="8" y="355"/>
                    </a:lnTo>
                    <a:lnTo>
                      <a:pt x="12" y="356"/>
                    </a:lnTo>
                    <a:lnTo>
                      <a:pt x="199" y="356"/>
                    </a:lnTo>
                    <a:lnTo>
                      <a:pt x="199" y="356"/>
                    </a:lnTo>
                    <a:lnTo>
                      <a:pt x="204" y="355"/>
                    </a:lnTo>
                    <a:lnTo>
                      <a:pt x="208" y="350"/>
                    </a:lnTo>
                    <a:lnTo>
                      <a:pt x="211" y="343"/>
                    </a:lnTo>
                    <a:lnTo>
                      <a:pt x="211" y="335"/>
                    </a:lnTo>
                    <a:lnTo>
                      <a:pt x="211" y="322"/>
                    </a:lnTo>
                    <a:lnTo>
                      <a:pt x="211" y="249"/>
                    </a:lnTo>
                    <a:lnTo>
                      <a:pt x="211" y="249"/>
                    </a:lnTo>
                    <a:lnTo>
                      <a:pt x="211" y="243"/>
                    </a:lnTo>
                    <a:lnTo>
                      <a:pt x="209" y="237"/>
                    </a:lnTo>
                    <a:lnTo>
                      <a:pt x="207" y="232"/>
                    </a:lnTo>
                    <a:lnTo>
                      <a:pt x="204" y="229"/>
                    </a:lnTo>
                    <a:lnTo>
                      <a:pt x="204" y="229"/>
                    </a:lnTo>
                    <a:close/>
                  </a:path>
                </a:pathLst>
              </a:custGeom>
              <a:solidFill>
                <a:srgbClr val="D00C1A"/>
              </a:solidFill>
              <a:ln w="38100" cmpd="sng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lIns="68652" tIns="34326" rIns="68652" bIns="34326"/>
              <a:lstStyle/>
              <a:p>
                <a:pPr defTabSz="822908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901" b="1" kern="0">
                  <a:solidFill>
                    <a:sysClr val="windowText" lastClr="000000"/>
                  </a:solidFill>
                  <a:cs typeface="Arial"/>
                </a:endParaRPr>
              </a:p>
            </p:txBody>
          </p:sp>
          <p:sp>
            <p:nvSpPr>
              <p:cNvPr id="163" name="Freeform 1621"/>
              <p:cNvSpPr>
                <a:spLocks/>
              </p:cNvSpPr>
              <p:nvPr/>
            </p:nvSpPr>
            <p:spPr bwMode="auto">
              <a:xfrm>
                <a:off x="3921867" y="1670873"/>
                <a:ext cx="458613" cy="518268"/>
              </a:xfrm>
              <a:custGeom>
                <a:avLst/>
                <a:gdLst/>
                <a:ahLst/>
                <a:cxnLst>
                  <a:cxn ang="0">
                    <a:pos x="153" y="193"/>
                  </a:cxn>
                  <a:cxn ang="0">
                    <a:pos x="132" y="177"/>
                  </a:cxn>
                  <a:cxn ang="0">
                    <a:pos x="144" y="160"/>
                  </a:cxn>
                  <a:cxn ang="0">
                    <a:pos x="154" y="138"/>
                  </a:cxn>
                  <a:cxn ang="0">
                    <a:pos x="156" y="127"/>
                  </a:cxn>
                  <a:cxn ang="0">
                    <a:pos x="159" y="106"/>
                  </a:cxn>
                  <a:cxn ang="0">
                    <a:pos x="160" y="94"/>
                  </a:cxn>
                  <a:cxn ang="0">
                    <a:pos x="158" y="69"/>
                  </a:cxn>
                  <a:cxn ang="0">
                    <a:pos x="155" y="54"/>
                  </a:cxn>
                  <a:cxn ang="0">
                    <a:pos x="145" y="30"/>
                  </a:cxn>
                  <a:cxn ang="0">
                    <a:pos x="131" y="12"/>
                  </a:cxn>
                  <a:cxn ang="0">
                    <a:pos x="115" y="1"/>
                  </a:cxn>
                  <a:cxn ang="0">
                    <a:pos x="106" y="0"/>
                  </a:cxn>
                  <a:cxn ang="0">
                    <a:pos x="89" y="4"/>
                  </a:cxn>
                  <a:cxn ang="0">
                    <a:pos x="74" y="19"/>
                  </a:cxn>
                  <a:cxn ang="0">
                    <a:pos x="62" y="40"/>
                  </a:cxn>
                  <a:cxn ang="0">
                    <a:pos x="55" y="66"/>
                  </a:cxn>
                  <a:cxn ang="0">
                    <a:pos x="53" y="79"/>
                  </a:cxn>
                  <a:cxn ang="0">
                    <a:pos x="52" y="94"/>
                  </a:cxn>
                  <a:cxn ang="0">
                    <a:pos x="54" y="118"/>
                  </a:cxn>
                  <a:cxn ang="0">
                    <a:pos x="59" y="141"/>
                  </a:cxn>
                  <a:cxn ang="0">
                    <a:pos x="63" y="151"/>
                  </a:cxn>
                  <a:cxn ang="0">
                    <a:pos x="74" y="171"/>
                  </a:cxn>
                  <a:cxn ang="0">
                    <a:pos x="60" y="192"/>
                  </a:cxn>
                  <a:cxn ang="0">
                    <a:pos x="8" y="229"/>
                  </a:cxn>
                  <a:cxn ang="0">
                    <a:pos x="2" y="237"/>
                  </a:cxn>
                  <a:cxn ang="0">
                    <a:pos x="0" y="249"/>
                  </a:cxn>
                  <a:cxn ang="0">
                    <a:pos x="0" y="335"/>
                  </a:cxn>
                  <a:cxn ang="0">
                    <a:pos x="1" y="343"/>
                  </a:cxn>
                  <a:cxn ang="0">
                    <a:pos x="8" y="355"/>
                  </a:cxn>
                  <a:cxn ang="0">
                    <a:pos x="199" y="356"/>
                  </a:cxn>
                  <a:cxn ang="0">
                    <a:pos x="204" y="355"/>
                  </a:cxn>
                  <a:cxn ang="0">
                    <a:pos x="211" y="343"/>
                  </a:cxn>
                  <a:cxn ang="0">
                    <a:pos x="211" y="322"/>
                  </a:cxn>
                  <a:cxn ang="0">
                    <a:pos x="211" y="249"/>
                  </a:cxn>
                  <a:cxn ang="0">
                    <a:pos x="209" y="237"/>
                  </a:cxn>
                  <a:cxn ang="0">
                    <a:pos x="204" y="229"/>
                  </a:cxn>
                </a:cxnLst>
                <a:rect l="0" t="0" r="r" b="b"/>
                <a:pathLst>
                  <a:path w="211" h="356">
                    <a:moveTo>
                      <a:pt x="204" y="229"/>
                    </a:moveTo>
                    <a:lnTo>
                      <a:pt x="153" y="193"/>
                    </a:lnTo>
                    <a:lnTo>
                      <a:pt x="132" y="177"/>
                    </a:lnTo>
                    <a:lnTo>
                      <a:pt x="132" y="177"/>
                    </a:lnTo>
                    <a:lnTo>
                      <a:pt x="138" y="169"/>
                    </a:lnTo>
                    <a:lnTo>
                      <a:pt x="144" y="160"/>
                    </a:lnTo>
                    <a:lnTo>
                      <a:pt x="149" y="150"/>
                    </a:lnTo>
                    <a:lnTo>
                      <a:pt x="154" y="138"/>
                    </a:lnTo>
                    <a:lnTo>
                      <a:pt x="154" y="138"/>
                    </a:lnTo>
                    <a:lnTo>
                      <a:pt x="156" y="127"/>
                    </a:lnTo>
                    <a:lnTo>
                      <a:pt x="158" y="117"/>
                    </a:lnTo>
                    <a:lnTo>
                      <a:pt x="159" y="106"/>
                    </a:lnTo>
                    <a:lnTo>
                      <a:pt x="160" y="94"/>
                    </a:lnTo>
                    <a:lnTo>
                      <a:pt x="160" y="94"/>
                    </a:lnTo>
                    <a:lnTo>
                      <a:pt x="159" y="81"/>
                    </a:lnTo>
                    <a:lnTo>
                      <a:pt x="158" y="69"/>
                    </a:lnTo>
                    <a:lnTo>
                      <a:pt x="158" y="69"/>
                    </a:lnTo>
                    <a:lnTo>
                      <a:pt x="155" y="54"/>
                    </a:lnTo>
                    <a:lnTo>
                      <a:pt x="150" y="42"/>
                    </a:lnTo>
                    <a:lnTo>
                      <a:pt x="145" y="30"/>
                    </a:lnTo>
                    <a:lnTo>
                      <a:pt x="139" y="19"/>
                    </a:lnTo>
                    <a:lnTo>
                      <a:pt x="131" y="12"/>
                    </a:lnTo>
                    <a:lnTo>
                      <a:pt x="124" y="6"/>
                    </a:lnTo>
                    <a:lnTo>
                      <a:pt x="115" y="1"/>
                    </a:lnTo>
                    <a:lnTo>
                      <a:pt x="106" y="0"/>
                    </a:lnTo>
                    <a:lnTo>
                      <a:pt x="106" y="0"/>
                    </a:lnTo>
                    <a:lnTo>
                      <a:pt x="97" y="1"/>
                    </a:lnTo>
                    <a:lnTo>
                      <a:pt x="89" y="4"/>
                    </a:lnTo>
                    <a:lnTo>
                      <a:pt x="81" y="10"/>
                    </a:lnTo>
                    <a:lnTo>
                      <a:pt x="74" y="19"/>
                    </a:lnTo>
                    <a:lnTo>
                      <a:pt x="67" y="28"/>
                    </a:lnTo>
                    <a:lnTo>
                      <a:pt x="62" y="40"/>
                    </a:lnTo>
                    <a:lnTo>
                      <a:pt x="58" y="52"/>
                    </a:lnTo>
                    <a:lnTo>
                      <a:pt x="55" y="66"/>
                    </a:lnTo>
                    <a:lnTo>
                      <a:pt x="55" y="66"/>
                    </a:lnTo>
                    <a:lnTo>
                      <a:pt x="53" y="79"/>
                    </a:lnTo>
                    <a:lnTo>
                      <a:pt x="52" y="94"/>
                    </a:lnTo>
                    <a:lnTo>
                      <a:pt x="52" y="94"/>
                    </a:lnTo>
                    <a:lnTo>
                      <a:pt x="52" y="106"/>
                    </a:lnTo>
                    <a:lnTo>
                      <a:pt x="54" y="118"/>
                    </a:lnTo>
                    <a:lnTo>
                      <a:pt x="56" y="130"/>
                    </a:lnTo>
                    <a:lnTo>
                      <a:pt x="59" y="141"/>
                    </a:lnTo>
                    <a:lnTo>
                      <a:pt x="59" y="141"/>
                    </a:lnTo>
                    <a:lnTo>
                      <a:pt x="63" y="151"/>
                    </a:lnTo>
                    <a:lnTo>
                      <a:pt x="68" y="162"/>
                    </a:lnTo>
                    <a:lnTo>
                      <a:pt x="74" y="171"/>
                    </a:lnTo>
                    <a:lnTo>
                      <a:pt x="81" y="178"/>
                    </a:lnTo>
                    <a:lnTo>
                      <a:pt x="60" y="192"/>
                    </a:lnTo>
                    <a:lnTo>
                      <a:pt x="8" y="229"/>
                    </a:lnTo>
                    <a:lnTo>
                      <a:pt x="8" y="229"/>
                    </a:lnTo>
                    <a:lnTo>
                      <a:pt x="5" y="232"/>
                    </a:lnTo>
                    <a:lnTo>
                      <a:pt x="2" y="237"/>
                    </a:lnTo>
                    <a:lnTo>
                      <a:pt x="1" y="243"/>
                    </a:lnTo>
                    <a:lnTo>
                      <a:pt x="0" y="249"/>
                    </a:lnTo>
                    <a:lnTo>
                      <a:pt x="0" y="322"/>
                    </a:lnTo>
                    <a:lnTo>
                      <a:pt x="0" y="335"/>
                    </a:lnTo>
                    <a:lnTo>
                      <a:pt x="0" y="335"/>
                    </a:lnTo>
                    <a:lnTo>
                      <a:pt x="1" y="343"/>
                    </a:lnTo>
                    <a:lnTo>
                      <a:pt x="4" y="350"/>
                    </a:lnTo>
                    <a:lnTo>
                      <a:pt x="8" y="355"/>
                    </a:lnTo>
                    <a:lnTo>
                      <a:pt x="12" y="356"/>
                    </a:lnTo>
                    <a:lnTo>
                      <a:pt x="199" y="356"/>
                    </a:lnTo>
                    <a:lnTo>
                      <a:pt x="199" y="356"/>
                    </a:lnTo>
                    <a:lnTo>
                      <a:pt x="204" y="355"/>
                    </a:lnTo>
                    <a:lnTo>
                      <a:pt x="208" y="350"/>
                    </a:lnTo>
                    <a:lnTo>
                      <a:pt x="211" y="343"/>
                    </a:lnTo>
                    <a:lnTo>
                      <a:pt x="211" y="335"/>
                    </a:lnTo>
                    <a:lnTo>
                      <a:pt x="211" y="322"/>
                    </a:lnTo>
                    <a:lnTo>
                      <a:pt x="211" y="249"/>
                    </a:lnTo>
                    <a:lnTo>
                      <a:pt x="211" y="249"/>
                    </a:lnTo>
                    <a:lnTo>
                      <a:pt x="211" y="243"/>
                    </a:lnTo>
                    <a:lnTo>
                      <a:pt x="209" y="237"/>
                    </a:lnTo>
                    <a:lnTo>
                      <a:pt x="207" y="232"/>
                    </a:lnTo>
                    <a:lnTo>
                      <a:pt x="204" y="229"/>
                    </a:lnTo>
                    <a:lnTo>
                      <a:pt x="204" y="229"/>
                    </a:lnTo>
                    <a:close/>
                  </a:path>
                </a:pathLst>
              </a:custGeom>
              <a:solidFill>
                <a:srgbClr val="D00C1A"/>
              </a:solidFill>
              <a:ln w="38100" cmpd="sng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lIns="68652" tIns="34326" rIns="68652" bIns="34326"/>
              <a:lstStyle/>
              <a:p>
                <a:pPr defTabSz="822908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901" b="1" kern="0">
                  <a:solidFill>
                    <a:sysClr val="windowText" lastClr="000000"/>
                  </a:solidFill>
                  <a:cs typeface="Arial"/>
                </a:endParaRPr>
              </a:p>
            </p:txBody>
          </p:sp>
          <p:sp>
            <p:nvSpPr>
              <p:cNvPr id="164" name="Freeform 1621"/>
              <p:cNvSpPr>
                <a:spLocks/>
              </p:cNvSpPr>
              <p:nvPr/>
            </p:nvSpPr>
            <p:spPr bwMode="auto">
              <a:xfrm>
                <a:off x="4043380" y="1741546"/>
                <a:ext cx="456654" cy="518269"/>
              </a:xfrm>
              <a:custGeom>
                <a:avLst/>
                <a:gdLst/>
                <a:ahLst/>
                <a:cxnLst>
                  <a:cxn ang="0">
                    <a:pos x="153" y="193"/>
                  </a:cxn>
                  <a:cxn ang="0">
                    <a:pos x="132" y="177"/>
                  </a:cxn>
                  <a:cxn ang="0">
                    <a:pos x="144" y="160"/>
                  </a:cxn>
                  <a:cxn ang="0">
                    <a:pos x="154" y="138"/>
                  </a:cxn>
                  <a:cxn ang="0">
                    <a:pos x="156" y="127"/>
                  </a:cxn>
                  <a:cxn ang="0">
                    <a:pos x="159" y="106"/>
                  </a:cxn>
                  <a:cxn ang="0">
                    <a:pos x="160" y="94"/>
                  </a:cxn>
                  <a:cxn ang="0">
                    <a:pos x="158" y="69"/>
                  </a:cxn>
                  <a:cxn ang="0">
                    <a:pos x="155" y="54"/>
                  </a:cxn>
                  <a:cxn ang="0">
                    <a:pos x="145" y="30"/>
                  </a:cxn>
                  <a:cxn ang="0">
                    <a:pos x="131" y="12"/>
                  </a:cxn>
                  <a:cxn ang="0">
                    <a:pos x="115" y="1"/>
                  </a:cxn>
                  <a:cxn ang="0">
                    <a:pos x="106" y="0"/>
                  </a:cxn>
                  <a:cxn ang="0">
                    <a:pos x="89" y="4"/>
                  </a:cxn>
                  <a:cxn ang="0">
                    <a:pos x="74" y="19"/>
                  </a:cxn>
                  <a:cxn ang="0">
                    <a:pos x="62" y="40"/>
                  </a:cxn>
                  <a:cxn ang="0">
                    <a:pos x="55" y="66"/>
                  </a:cxn>
                  <a:cxn ang="0">
                    <a:pos x="53" y="79"/>
                  </a:cxn>
                  <a:cxn ang="0">
                    <a:pos x="52" y="94"/>
                  </a:cxn>
                  <a:cxn ang="0">
                    <a:pos x="54" y="118"/>
                  </a:cxn>
                  <a:cxn ang="0">
                    <a:pos x="59" y="141"/>
                  </a:cxn>
                  <a:cxn ang="0">
                    <a:pos x="63" y="151"/>
                  </a:cxn>
                  <a:cxn ang="0">
                    <a:pos x="74" y="171"/>
                  </a:cxn>
                  <a:cxn ang="0">
                    <a:pos x="60" y="192"/>
                  </a:cxn>
                  <a:cxn ang="0">
                    <a:pos x="8" y="229"/>
                  </a:cxn>
                  <a:cxn ang="0">
                    <a:pos x="2" y="237"/>
                  </a:cxn>
                  <a:cxn ang="0">
                    <a:pos x="0" y="249"/>
                  </a:cxn>
                  <a:cxn ang="0">
                    <a:pos x="0" y="335"/>
                  </a:cxn>
                  <a:cxn ang="0">
                    <a:pos x="1" y="343"/>
                  </a:cxn>
                  <a:cxn ang="0">
                    <a:pos x="8" y="355"/>
                  </a:cxn>
                  <a:cxn ang="0">
                    <a:pos x="199" y="356"/>
                  </a:cxn>
                  <a:cxn ang="0">
                    <a:pos x="204" y="355"/>
                  </a:cxn>
                  <a:cxn ang="0">
                    <a:pos x="211" y="343"/>
                  </a:cxn>
                  <a:cxn ang="0">
                    <a:pos x="211" y="322"/>
                  </a:cxn>
                  <a:cxn ang="0">
                    <a:pos x="211" y="249"/>
                  </a:cxn>
                  <a:cxn ang="0">
                    <a:pos x="209" y="237"/>
                  </a:cxn>
                  <a:cxn ang="0">
                    <a:pos x="204" y="229"/>
                  </a:cxn>
                </a:cxnLst>
                <a:rect l="0" t="0" r="r" b="b"/>
                <a:pathLst>
                  <a:path w="211" h="356">
                    <a:moveTo>
                      <a:pt x="204" y="229"/>
                    </a:moveTo>
                    <a:lnTo>
                      <a:pt x="153" y="193"/>
                    </a:lnTo>
                    <a:lnTo>
                      <a:pt x="132" y="177"/>
                    </a:lnTo>
                    <a:lnTo>
                      <a:pt x="132" y="177"/>
                    </a:lnTo>
                    <a:lnTo>
                      <a:pt x="138" y="169"/>
                    </a:lnTo>
                    <a:lnTo>
                      <a:pt x="144" y="160"/>
                    </a:lnTo>
                    <a:lnTo>
                      <a:pt x="149" y="150"/>
                    </a:lnTo>
                    <a:lnTo>
                      <a:pt x="154" y="138"/>
                    </a:lnTo>
                    <a:lnTo>
                      <a:pt x="154" y="138"/>
                    </a:lnTo>
                    <a:lnTo>
                      <a:pt x="156" y="127"/>
                    </a:lnTo>
                    <a:lnTo>
                      <a:pt x="158" y="117"/>
                    </a:lnTo>
                    <a:lnTo>
                      <a:pt x="159" y="106"/>
                    </a:lnTo>
                    <a:lnTo>
                      <a:pt x="160" y="94"/>
                    </a:lnTo>
                    <a:lnTo>
                      <a:pt x="160" y="94"/>
                    </a:lnTo>
                    <a:lnTo>
                      <a:pt x="159" y="81"/>
                    </a:lnTo>
                    <a:lnTo>
                      <a:pt x="158" y="69"/>
                    </a:lnTo>
                    <a:lnTo>
                      <a:pt x="158" y="69"/>
                    </a:lnTo>
                    <a:lnTo>
                      <a:pt x="155" y="54"/>
                    </a:lnTo>
                    <a:lnTo>
                      <a:pt x="150" y="42"/>
                    </a:lnTo>
                    <a:lnTo>
                      <a:pt x="145" y="30"/>
                    </a:lnTo>
                    <a:lnTo>
                      <a:pt x="139" y="19"/>
                    </a:lnTo>
                    <a:lnTo>
                      <a:pt x="131" y="12"/>
                    </a:lnTo>
                    <a:lnTo>
                      <a:pt x="124" y="6"/>
                    </a:lnTo>
                    <a:lnTo>
                      <a:pt x="115" y="1"/>
                    </a:lnTo>
                    <a:lnTo>
                      <a:pt x="106" y="0"/>
                    </a:lnTo>
                    <a:lnTo>
                      <a:pt x="106" y="0"/>
                    </a:lnTo>
                    <a:lnTo>
                      <a:pt x="97" y="1"/>
                    </a:lnTo>
                    <a:lnTo>
                      <a:pt x="89" y="4"/>
                    </a:lnTo>
                    <a:lnTo>
                      <a:pt x="81" y="10"/>
                    </a:lnTo>
                    <a:lnTo>
                      <a:pt x="74" y="19"/>
                    </a:lnTo>
                    <a:lnTo>
                      <a:pt x="67" y="28"/>
                    </a:lnTo>
                    <a:lnTo>
                      <a:pt x="62" y="40"/>
                    </a:lnTo>
                    <a:lnTo>
                      <a:pt x="58" y="52"/>
                    </a:lnTo>
                    <a:lnTo>
                      <a:pt x="55" y="66"/>
                    </a:lnTo>
                    <a:lnTo>
                      <a:pt x="55" y="66"/>
                    </a:lnTo>
                    <a:lnTo>
                      <a:pt x="53" y="79"/>
                    </a:lnTo>
                    <a:lnTo>
                      <a:pt x="52" y="94"/>
                    </a:lnTo>
                    <a:lnTo>
                      <a:pt x="52" y="94"/>
                    </a:lnTo>
                    <a:lnTo>
                      <a:pt x="52" y="106"/>
                    </a:lnTo>
                    <a:lnTo>
                      <a:pt x="54" y="118"/>
                    </a:lnTo>
                    <a:lnTo>
                      <a:pt x="56" y="130"/>
                    </a:lnTo>
                    <a:lnTo>
                      <a:pt x="59" y="141"/>
                    </a:lnTo>
                    <a:lnTo>
                      <a:pt x="59" y="141"/>
                    </a:lnTo>
                    <a:lnTo>
                      <a:pt x="63" y="151"/>
                    </a:lnTo>
                    <a:lnTo>
                      <a:pt x="68" y="162"/>
                    </a:lnTo>
                    <a:lnTo>
                      <a:pt x="74" y="171"/>
                    </a:lnTo>
                    <a:lnTo>
                      <a:pt x="81" y="178"/>
                    </a:lnTo>
                    <a:lnTo>
                      <a:pt x="60" y="192"/>
                    </a:lnTo>
                    <a:lnTo>
                      <a:pt x="8" y="229"/>
                    </a:lnTo>
                    <a:lnTo>
                      <a:pt x="8" y="229"/>
                    </a:lnTo>
                    <a:lnTo>
                      <a:pt x="5" y="232"/>
                    </a:lnTo>
                    <a:lnTo>
                      <a:pt x="2" y="237"/>
                    </a:lnTo>
                    <a:lnTo>
                      <a:pt x="1" y="243"/>
                    </a:lnTo>
                    <a:lnTo>
                      <a:pt x="0" y="249"/>
                    </a:lnTo>
                    <a:lnTo>
                      <a:pt x="0" y="322"/>
                    </a:lnTo>
                    <a:lnTo>
                      <a:pt x="0" y="335"/>
                    </a:lnTo>
                    <a:lnTo>
                      <a:pt x="0" y="335"/>
                    </a:lnTo>
                    <a:lnTo>
                      <a:pt x="1" y="343"/>
                    </a:lnTo>
                    <a:lnTo>
                      <a:pt x="4" y="350"/>
                    </a:lnTo>
                    <a:lnTo>
                      <a:pt x="8" y="355"/>
                    </a:lnTo>
                    <a:lnTo>
                      <a:pt x="12" y="356"/>
                    </a:lnTo>
                    <a:lnTo>
                      <a:pt x="199" y="356"/>
                    </a:lnTo>
                    <a:lnTo>
                      <a:pt x="199" y="356"/>
                    </a:lnTo>
                    <a:lnTo>
                      <a:pt x="204" y="355"/>
                    </a:lnTo>
                    <a:lnTo>
                      <a:pt x="208" y="350"/>
                    </a:lnTo>
                    <a:lnTo>
                      <a:pt x="211" y="343"/>
                    </a:lnTo>
                    <a:lnTo>
                      <a:pt x="211" y="335"/>
                    </a:lnTo>
                    <a:lnTo>
                      <a:pt x="211" y="322"/>
                    </a:lnTo>
                    <a:lnTo>
                      <a:pt x="211" y="249"/>
                    </a:lnTo>
                    <a:lnTo>
                      <a:pt x="211" y="249"/>
                    </a:lnTo>
                    <a:lnTo>
                      <a:pt x="211" y="243"/>
                    </a:lnTo>
                    <a:lnTo>
                      <a:pt x="209" y="237"/>
                    </a:lnTo>
                    <a:lnTo>
                      <a:pt x="207" y="232"/>
                    </a:lnTo>
                    <a:lnTo>
                      <a:pt x="204" y="229"/>
                    </a:lnTo>
                    <a:lnTo>
                      <a:pt x="204" y="229"/>
                    </a:lnTo>
                    <a:close/>
                  </a:path>
                </a:pathLst>
              </a:custGeom>
              <a:solidFill>
                <a:srgbClr val="D00C1A"/>
              </a:solidFill>
              <a:ln w="38100" cmpd="sng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lIns="68652" tIns="34326" rIns="68652" bIns="34326"/>
              <a:lstStyle/>
              <a:p>
                <a:pPr defTabSz="822908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901" b="1" kern="0">
                  <a:solidFill>
                    <a:sysClr val="windowText" lastClr="000000"/>
                  </a:solidFill>
                  <a:cs typeface="Arial"/>
                </a:endParaRPr>
              </a:p>
            </p:txBody>
          </p:sp>
        </p:grpSp>
      </p:grpSp>
      <p:grpSp>
        <p:nvGrpSpPr>
          <p:cNvPr id="165" name="Group 213"/>
          <p:cNvGrpSpPr>
            <a:grpSpLocks/>
          </p:cNvGrpSpPr>
          <p:nvPr/>
        </p:nvGrpSpPr>
        <p:grpSpPr bwMode="auto">
          <a:xfrm>
            <a:off x="9991725" y="1899168"/>
            <a:ext cx="1371600" cy="692150"/>
            <a:chOff x="6775450" y="7081837"/>
            <a:chExt cx="1826895" cy="921321"/>
          </a:xfrm>
        </p:grpSpPr>
        <p:sp>
          <p:nvSpPr>
            <p:cNvPr id="166" name="Rectangle 1637"/>
            <p:cNvSpPr>
              <a:spLocks noChangeArrowheads="1"/>
            </p:cNvSpPr>
            <p:nvPr/>
          </p:nvSpPr>
          <p:spPr bwMode="auto">
            <a:xfrm>
              <a:off x="6775450" y="7827768"/>
              <a:ext cx="1826895" cy="1753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822908" eaLnBrk="0" hangingPunct="0">
                <a:lnSpc>
                  <a:spcPct val="95000"/>
                </a:lnSpc>
                <a:defRPr/>
              </a:pPr>
              <a:r>
                <a:rPr lang="en-US" sz="901" b="1" kern="0">
                  <a:solidFill>
                    <a:srgbClr val="000000"/>
                  </a:solidFill>
                  <a:cs typeface="Arial"/>
                </a:rPr>
                <a:t>&lt;Role Name&gt;</a:t>
              </a:r>
            </a:p>
          </p:txBody>
        </p:sp>
        <p:grpSp>
          <p:nvGrpSpPr>
            <p:cNvPr id="167" name="Group 215"/>
            <p:cNvGrpSpPr>
              <a:grpSpLocks noChangeAspect="1"/>
            </p:cNvGrpSpPr>
            <p:nvPr/>
          </p:nvGrpSpPr>
          <p:grpSpPr bwMode="auto">
            <a:xfrm>
              <a:off x="7312513" y="7081837"/>
              <a:ext cx="752768" cy="711585"/>
              <a:chOff x="3801531" y="1600200"/>
              <a:chExt cx="697738" cy="659562"/>
            </a:xfrm>
          </p:grpSpPr>
          <p:sp>
            <p:nvSpPr>
              <p:cNvPr id="168" name="Freeform 1621"/>
              <p:cNvSpPr>
                <a:spLocks/>
              </p:cNvSpPr>
              <p:nvPr/>
            </p:nvSpPr>
            <p:spPr bwMode="auto">
              <a:xfrm>
                <a:off x="3801541" y="1600200"/>
                <a:ext cx="456653" cy="519038"/>
              </a:xfrm>
              <a:custGeom>
                <a:avLst/>
                <a:gdLst/>
                <a:ahLst/>
                <a:cxnLst>
                  <a:cxn ang="0">
                    <a:pos x="153" y="193"/>
                  </a:cxn>
                  <a:cxn ang="0">
                    <a:pos x="132" y="177"/>
                  </a:cxn>
                  <a:cxn ang="0">
                    <a:pos x="144" y="160"/>
                  </a:cxn>
                  <a:cxn ang="0">
                    <a:pos x="154" y="138"/>
                  </a:cxn>
                  <a:cxn ang="0">
                    <a:pos x="156" y="127"/>
                  </a:cxn>
                  <a:cxn ang="0">
                    <a:pos x="159" y="106"/>
                  </a:cxn>
                  <a:cxn ang="0">
                    <a:pos x="160" y="94"/>
                  </a:cxn>
                  <a:cxn ang="0">
                    <a:pos x="158" y="69"/>
                  </a:cxn>
                  <a:cxn ang="0">
                    <a:pos x="155" y="54"/>
                  </a:cxn>
                  <a:cxn ang="0">
                    <a:pos x="145" y="30"/>
                  </a:cxn>
                  <a:cxn ang="0">
                    <a:pos x="131" y="12"/>
                  </a:cxn>
                  <a:cxn ang="0">
                    <a:pos x="115" y="1"/>
                  </a:cxn>
                  <a:cxn ang="0">
                    <a:pos x="106" y="0"/>
                  </a:cxn>
                  <a:cxn ang="0">
                    <a:pos x="89" y="4"/>
                  </a:cxn>
                  <a:cxn ang="0">
                    <a:pos x="74" y="19"/>
                  </a:cxn>
                  <a:cxn ang="0">
                    <a:pos x="62" y="40"/>
                  </a:cxn>
                  <a:cxn ang="0">
                    <a:pos x="55" y="66"/>
                  </a:cxn>
                  <a:cxn ang="0">
                    <a:pos x="53" y="79"/>
                  </a:cxn>
                  <a:cxn ang="0">
                    <a:pos x="52" y="94"/>
                  </a:cxn>
                  <a:cxn ang="0">
                    <a:pos x="54" y="118"/>
                  </a:cxn>
                  <a:cxn ang="0">
                    <a:pos x="59" y="141"/>
                  </a:cxn>
                  <a:cxn ang="0">
                    <a:pos x="63" y="151"/>
                  </a:cxn>
                  <a:cxn ang="0">
                    <a:pos x="74" y="171"/>
                  </a:cxn>
                  <a:cxn ang="0">
                    <a:pos x="60" y="192"/>
                  </a:cxn>
                  <a:cxn ang="0">
                    <a:pos x="8" y="229"/>
                  </a:cxn>
                  <a:cxn ang="0">
                    <a:pos x="2" y="237"/>
                  </a:cxn>
                  <a:cxn ang="0">
                    <a:pos x="0" y="249"/>
                  </a:cxn>
                  <a:cxn ang="0">
                    <a:pos x="0" y="335"/>
                  </a:cxn>
                  <a:cxn ang="0">
                    <a:pos x="1" y="343"/>
                  </a:cxn>
                  <a:cxn ang="0">
                    <a:pos x="8" y="355"/>
                  </a:cxn>
                  <a:cxn ang="0">
                    <a:pos x="199" y="356"/>
                  </a:cxn>
                  <a:cxn ang="0">
                    <a:pos x="204" y="355"/>
                  </a:cxn>
                  <a:cxn ang="0">
                    <a:pos x="211" y="343"/>
                  </a:cxn>
                  <a:cxn ang="0">
                    <a:pos x="211" y="322"/>
                  </a:cxn>
                  <a:cxn ang="0">
                    <a:pos x="211" y="249"/>
                  </a:cxn>
                  <a:cxn ang="0">
                    <a:pos x="209" y="237"/>
                  </a:cxn>
                  <a:cxn ang="0">
                    <a:pos x="204" y="229"/>
                  </a:cxn>
                </a:cxnLst>
                <a:rect l="0" t="0" r="r" b="b"/>
                <a:pathLst>
                  <a:path w="211" h="356">
                    <a:moveTo>
                      <a:pt x="204" y="229"/>
                    </a:moveTo>
                    <a:lnTo>
                      <a:pt x="153" y="193"/>
                    </a:lnTo>
                    <a:lnTo>
                      <a:pt x="132" y="177"/>
                    </a:lnTo>
                    <a:lnTo>
                      <a:pt x="132" y="177"/>
                    </a:lnTo>
                    <a:lnTo>
                      <a:pt x="138" y="169"/>
                    </a:lnTo>
                    <a:lnTo>
                      <a:pt x="144" y="160"/>
                    </a:lnTo>
                    <a:lnTo>
                      <a:pt x="149" y="150"/>
                    </a:lnTo>
                    <a:lnTo>
                      <a:pt x="154" y="138"/>
                    </a:lnTo>
                    <a:lnTo>
                      <a:pt x="154" y="138"/>
                    </a:lnTo>
                    <a:lnTo>
                      <a:pt x="156" y="127"/>
                    </a:lnTo>
                    <a:lnTo>
                      <a:pt x="158" y="117"/>
                    </a:lnTo>
                    <a:lnTo>
                      <a:pt x="159" y="106"/>
                    </a:lnTo>
                    <a:lnTo>
                      <a:pt x="160" y="94"/>
                    </a:lnTo>
                    <a:lnTo>
                      <a:pt x="160" y="94"/>
                    </a:lnTo>
                    <a:lnTo>
                      <a:pt x="159" y="81"/>
                    </a:lnTo>
                    <a:lnTo>
                      <a:pt x="158" y="69"/>
                    </a:lnTo>
                    <a:lnTo>
                      <a:pt x="158" y="69"/>
                    </a:lnTo>
                    <a:lnTo>
                      <a:pt x="155" y="54"/>
                    </a:lnTo>
                    <a:lnTo>
                      <a:pt x="150" y="42"/>
                    </a:lnTo>
                    <a:lnTo>
                      <a:pt x="145" y="30"/>
                    </a:lnTo>
                    <a:lnTo>
                      <a:pt x="139" y="19"/>
                    </a:lnTo>
                    <a:lnTo>
                      <a:pt x="131" y="12"/>
                    </a:lnTo>
                    <a:lnTo>
                      <a:pt x="124" y="6"/>
                    </a:lnTo>
                    <a:lnTo>
                      <a:pt x="115" y="1"/>
                    </a:lnTo>
                    <a:lnTo>
                      <a:pt x="106" y="0"/>
                    </a:lnTo>
                    <a:lnTo>
                      <a:pt x="106" y="0"/>
                    </a:lnTo>
                    <a:lnTo>
                      <a:pt x="97" y="1"/>
                    </a:lnTo>
                    <a:lnTo>
                      <a:pt x="89" y="4"/>
                    </a:lnTo>
                    <a:lnTo>
                      <a:pt x="81" y="10"/>
                    </a:lnTo>
                    <a:lnTo>
                      <a:pt x="74" y="19"/>
                    </a:lnTo>
                    <a:lnTo>
                      <a:pt x="67" y="28"/>
                    </a:lnTo>
                    <a:lnTo>
                      <a:pt x="62" y="40"/>
                    </a:lnTo>
                    <a:lnTo>
                      <a:pt x="58" y="52"/>
                    </a:lnTo>
                    <a:lnTo>
                      <a:pt x="55" y="66"/>
                    </a:lnTo>
                    <a:lnTo>
                      <a:pt x="55" y="66"/>
                    </a:lnTo>
                    <a:lnTo>
                      <a:pt x="53" y="79"/>
                    </a:lnTo>
                    <a:lnTo>
                      <a:pt x="52" y="94"/>
                    </a:lnTo>
                    <a:lnTo>
                      <a:pt x="52" y="94"/>
                    </a:lnTo>
                    <a:lnTo>
                      <a:pt x="52" y="106"/>
                    </a:lnTo>
                    <a:lnTo>
                      <a:pt x="54" y="118"/>
                    </a:lnTo>
                    <a:lnTo>
                      <a:pt x="56" y="130"/>
                    </a:lnTo>
                    <a:lnTo>
                      <a:pt x="59" y="141"/>
                    </a:lnTo>
                    <a:lnTo>
                      <a:pt x="59" y="141"/>
                    </a:lnTo>
                    <a:lnTo>
                      <a:pt x="63" y="151"/>
                    </a:lnTo>
                    <a:lnTo>
                      <a:pt x="68" y="162"/>
                    </a:lnTo>
                    <a:lnTo>
                      <a:pt x="74" y="171"/>
                    </a:lnTo>
                    <a:lnTo>
                      <a:pt x="81" y="178"/>
                    </a:lnTo>
                    <a:lnTo>
                      <a:pt x="60" y="192"/>
                    </a:lnTo>
                    <a:lnTo>
                      <a:pt x="8" y="229"/>
                    </a:lnTo>
                    <a:lnTo>
                      <a:pt x="8" y="229"/>
                    </a:lnTo>
                    <a:lnTo>
                      <a:pt x="5" y="232"/>
                    </a:lnTo>
                    <a:lnTo>
                      <a:pt x="2" y="237"/>
                    </a:lnTo>
                    <a:lnTo>
                      <a:pt x="1" y="243"/>
                    </a:lnTo>
                    <a:lnTo>
                      <a:pt x="0" y="249"/>
                    </a:lnTo>
                    <a:lnTo>
                      <a:pt x="0" y="322"/>
                    </a:lnTo>
                    <a:lnTo>
                      <a:pt x="0" y="335"/>
                    </a:lnTo>
                    <a:lnTo>
                      <a:pt x="0" y="335"/>
                    </a:lnTo>
                    <a:lnTo>
                      <a:pt x="1" y="343"/>
                    </a:lnTo>
                    <a:lnTo>
                      <a:pt x="4" y="350"/>
                    </a:lnTo>
                    <a:lnTo>
                      <a:pt x="8" y="355"/>
                    </a:lnTo>
                    <a:lnTo>
                      <a:pt x="12" y="356"/>
                    </a:lnTo>
                    <a:lnTo>
                      <a:pt x="199" y="356"/>
                    </a:lnTo>
                    <a:lnTo>
                      <a:pt x="199" y="356"/>
                    </a:lnTo>
                    <a:lnTo>
                      <a:pt x="204" y="355"/>
                    </a:lnTo>
                    <a:lnTo>
                      <a:pt x="208" y="350"/>
                    </a:lnTo>
                    <a:lnTo>
                      <a:pt x="211" y="343"/>
                    </a:lnTo>
                    <a:lnTo>
                      <a:pt x="211" y="335"/>
                    </a:lnTo>
                    <a:lnTo>
                      <a:pt x="211" y="322"/>
                    </a:lnTo>
                    <a:lnTo>
                      <a:pt x="211" y="249"/>
                    </a:lnTo>
                    <a:lnTo>
                      <a:pt x="211" y="249"/>
                    </a:lnTo>
                    <a:lnTo>
                      <a:pt x="211" y="243"/>
                    </a:lnTo>
                    <a:lnTo>
                      <a:pt x="209" y="237"/>
                    </a:lnTo>
                    <a:lnTo>
                      <a:pt x="207" y="232"/>
                    </a:lnTo>
                    <a:lnTo>
                      <a:pt x="204" y="229"/>
                    </a:lnTo>
                    <a:lnTo>
                      <a:pt x="204" y="229"/>
                    </a:lnTo>
                    <a:close/>
                  </a:path>
                </a:pathLst>
              </a:custGeom>
              <a:solidFill>
                <a:srgbClr val="23912D"/>
              </a:solidFill>
              <a:ln w="38100" cmpd="sng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lIns="68652" tIns="34326" rIns="68652" bIns="34326"/>
              <a:lstStyle/>
              <a:p>
                <a:pPr defTabSz="822908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901" b="1" kern="0">
                  <a:solidFill>
                    <a:sysClr val="windowText" lastClr="000000"/>
                  </a:solidFill>
                  <a:cs typeface="Arial"/>
                </a:endParaRPr>
              </a:p>
            </p:txBody>
          </p:sp>
          <p:sp>
            <p:nvSpPr>
              <p:cNvPr id="169" name="Freeform 1621"/>
              <p:cNvSpPr>
                <a:spLocks/>
              </p:cNvSpPr>
              <p:nvPr/>
            </p:nvSpPr>
            <p:spPr bwMode="auto">
              <a:xfrm>
                <a:off x="3921093" y="1670711"/>
                <a:ext cx="458613" cy="519038"/>
              </a:xfrm>
              <a:custGeom>
                <a:avLst/>
                <a:gdLst/>
                <a:ahLst/>
                <a:cxnLst>
                  <a:cxn ang="0">
                    <a:pos x="153" y="193"/>
                  </a:cxn>
                  <a:cxn ang="0">
                    <a:pos x="132" y="177"/>
                  </a:cxn>
                  <a:cxn ang="0">
                    <a:pos x="144" y="160"/>
                  </a:cxn>
                  <a:cxn ang="0">
                    <a:pos x="154" y="138"/>
                  </a:cxn>
                  <a:cxn ang="0">
                    <a:pos x="156" y="127"/>
                  </a:cxn>
                  <a:cxn ang="0">
                    <a:pos x="159" y="106"/>
                  </a:cxn>
                  <a:cxn ang="0">
                    <a:pos x="160" y="94"/>
                  </a:cxn>
                  <a:cxn ang="0">
                    <a:pos x="158" y="69"/>
                  </a:cxn>
                  <a:cxn ang="0">
                    <a:pos x="155" y="54"/>
                  </a:cxn>
                  <a:cxn ang="0">
                    <a:pos x="145" y="30"/>
                  </a:cxn>
                  <a:cxn ang="0">
                    <a:pos x="131" y="12"/>
                  </a:cxn>
                  <a:cxn ang="0">
                    <a:pos x="115" y="1"/>
                  </a:cxn>
                  <a:cxn ang="0">
                    <a:pos x="106" y="0"/>
                  </a:cxn>
                  <a:cxn ang="0">
                    <a:pos x="89" y="4"/>
                  </a:cxn>
                  <a:cxn ang="0">
                    <a:pos x="74" y="19"/>
                  </a:cxn>
                  <a:cxn ang="0">
                    <a:pos x="62" y="40"/>
                  </a:cxn>
                  <a:cxn ang="0">
                    <a:pos x="55" y="66"/>
                  </a:cxn>
                  <a:cxn ang="0">
                    <a:pos x="53" y="79"/>
                  </a:cxn>
                  <a:cxn ang="0">
                    <a:pos x="52" y="94"/>
                  </a:cxn>
                  <a:cxn ang="0">
                    <a:pos x="54" y="118"/>
                  </a:cxn>
                  <a:cxn ang="0">
                    <a:pos x="59" y="141"/>
                  </a:cxn>
                  <a:cxn ang="0">
                    <a:pos x="63" y="151"/>
                  </a:cxn>
                  <a:cxn ang="0">
                    <a:pos x="74" y="171"/>
                  </a:cxn>
                  <a:cxn ang="0">
                    <a:pos x="60" y="192"/>
                  </a:cxn>
                  <a:cxn ang="0">
                    <a:pos x="8" y="229"/>
                  </a:cxn>
                  <a:cxn ang="0">
                    <a:pos x="2" y="237"/>
                  </a:cxn>
                  <a:cxn ang="0">
                    <a:pos x="0" y="249"/>
                  </a:cxn>
                  <a:cxn ang="0">
                    <a:pos x="0" y="335"/>
                  </a:cxn>
                  <a:cxn ang="0">
                    <a:pos x="1" y="343"/>
                  </a:cxn>
                  <a:cxn ang="0">
                    <a:pos x="8" y="355"/>
                  </a:cxn>
                  <a:cxn ang="0">
                    <a:pos x="199" y="356"/>
                  </a:cxn>
                  <a:cxn ang="0">
                    <a:pos x="204" y="355"/>
                  </a:cxn>
                  <a:cxn ang="0">
                    <a:pos x="211" y="343"/>
                  </a:cxn>
                  <a:cxn ang="0">
                    <a:pos x="211" y="322"/>
                  </a:cxn>
                  <a:cxn ang="0">
                    <a:pos x="211" y="249"/>
                  </a:cxn>
                  <a:cxn ang="0">
                    <a:pos x="209" y="237"/>
                  </a:cxn>
                  <a:cxn ang="0">
                    <a:pos x="204" y="229"/>
                  </a:cxn>
                </a:cxnLst>
                <a:rect l="0" t="0" r="r" b="b"/>
                <a:pathLst>
                  <a:path w="211" h="356">
                    <a:moveTo>
                      <a:pt x="204" y="229"/>
                    </a:moveTo>
                    <a:lnTo>
                      <a:pt x="153" y="193"/>
                    </a:lnTo>
                    <a:lnTo>
                      <a:pt x="132" y="177"/>
                    </a:lnTo>
                    <a:lnTo>
                      <a:pt x="132" y="177"/>
                    </a:lnTo>
                    <a:lnTo>
                      <a:pt x="138" y="169"/>
                    </a:lnTo>
                    <a:lnTo>
                      <a:pt x="144" y="160"/>
                    </a:lnTo>
                    <a:lnTo>
                      <a:pt x="149" y="150"/>
                    </a:lnTo>
                    <a:lnTo>
                      <a:pt x="154" y="138"/>
                    </a:lnTo>
                    <a:lnTo>
                      <a:pt x="154" y="138"/>
                    </a:lnTo>
                    <a:lnTo>
                      <a:pt x="156" y="127"/>
                    </a:lnTo>
                    <a:lnTo>
                      <a:pt x="158" y="117"/>
                    </a:lnTo>
                    <a:lnTo>
                      <a:pt x="159" y="106"/>
                    </a:lnTo>
                    <a:lnTo>
                      <a:pt x="160" y="94"/>
                    </a:lnTo>
                    <a:lnTo>
                      <a:pt x="160" y="94"/>
                    </a:lnTo>
                    <a:lnTo>
                      <a:pt x="159" y="81"/>
                    </a:lnTo>
                    <a:lnTo>
                      <a:pt x="158" y="69"/>
                    </a:lnTo>
                    <a:lnTo>
                      <a:pt x="158" y="69"/>
                    </a:lnTo>
                    <a:lnTo>
                      <a:pt x="155" y="54"/>
                    </a:lnTo>
                    <a:lnTo>
                      <a:pt x="150" y="42"/>
                    </a:lnTo>
                    <a:lnTo>
                      <a:pt x="145" y="30"/>
                    </a:lnTo>
                    <a:lnTo>
                      <a:pt x="139" y="19"/>
                    </a:lnTo>
                    <a:lnTo>
                      <a:pt x="131" y="12"/>
                    </a:lnTo>
                    <a:lnTo>
                      <a:pt x="124" y="6"/>
                    </a:lnTo>
                    <a:lnTo>
                      <a:pt x="115" y="1"/>
                    </a:lnTo>
                    <a:lnTo>
                      <a:pt x="106" y="0"/>
                    </a:lnTo>
                    <a:lnTo>
                      <a:pt x="106" y="0"/>
                    </a:lnTo>
                    <a:lnTo>
                      <a:pt x="97" y="1"/>
                    </a:lnTo>
                    <a:lnTo>
                      <a:pt x="89" y="4"/>
                    </a:lnTo>
                    <a:lnTo>
                      <a:pt x="81" y="10"/>
                    </a:lnTo>
                    <a:lnTo>
                      <a:pt x="74" y="19"/>
                    </a:lnTo>
                    <a:lnTo>
                      <a:pt x="67" y="28"/>
                    </a:lnTo>
                    <a:lnTo>
                      <a:pt x="62" y="40"/>
                    </a:lnTo>
                    <a:lnTo>
                      <a:pt x="58" y="52"/>
                    </a:lnTo>
                    <a:lnTo>
                      <a:pt x="55" y="66"/>
                    </a:lnTo>
                    <a:lnTo>
                      <a:pt x="55" y="66"/>
                    </a:lnTo>
                    <a:lnTo>
                      <a:pt x="53" y="79"/>
                    </a:lnTo>
                    <a:lnTo>
                      <a:pt x="52" y="94"/>
                    </a:lnTo>
                    <a:lnTo>
                      <a:pt x="52" y="94"/>
                    </a:lnTo>
                    <a:lnTo>
                      <a:pt x="52" y="106"/>
                    </a:lnTo>
                    <a:lnTo>
                      <a:pt x="54" y="118"/>
                    </a:lnTo>
                    <a:lnTo>
                      <a:pt x="56" y="130"/>
                    </a:lnTo>
                    <a:lnTo>
                      <a:pt x="59" y="141"/>
                    </a:lnTo>
                    <a:lnTo>
                      <a:pt x="59" y="141"/>
                    </a:lnTo>
                    <a:lnTo>
                      <a:pt x="63" y="151"/>
                    </a:lnTo>
                    <a:lnTo>
                      <a:pt x="68" y="162"/>
                    </a:lnTo>
                    <a:lnTo>
                      <a:pt x="74" y="171"/>
                    </a:lnTo>
                    <a:lnTo>
                      <a:pt x="81" y="178"/>
                    </a:lnTo>
                    <a:lnTo>
                      <a:pt x="60" y="192"/>
                    </a:lnTo>
                    <a:lnTo>
                      <a:pt x="8" y="229"/>
                    </a:lnTo>
                    <a:lnTo>
                      <a:pt x="8" y="229"/>
                    </a:lnTo>
                    <a:lnTo>
                      <a:pt x="5" y="232"/>
                    </a:lnTo>
                    <a:lnTo>
                      <a:pt x="2" y="237"/>
                    </a:lnTo>
                    <a:lnTo>
                      <a:pt x="1" y="243"/>
                    </a:lnTo>
                    <a:lnTo>
                      <a:pt x="0" y="249"/>
                    </a:lnTo>
                    <a:lnTo>
                      <a:pt x="0" y="322"/>
                    </a:lnTo>
                    <a:lnTo>
                      <a:pt x="0" y="335"/>
                    </a:lnTo>
                    <a:lnTo>
                      <a:pt x="0" y="335"/>
                    </a:lnTo>
                    <a:lnTo>
                      <a:pt x="1" y="343"/>
                    </a:lnTo>
                    <a:lnTo>
                      <a:pt x="4" y="350"/>
                    </a:lnTo>
                    <a:lnTo>
                      <a:pt x="8" y="355"/>
                    </a:lnTo>
                    <a:lnTo>
                      <a:pt x="12" y="356"/>
                    </a:lnTo>
                    <a:lnTo>
                      <a:pt x="199" y="356"/>
                    </a:lnTo>
                    <a:lnTo>
                      <a:pt x="199" y="356"/>
                    </a:lnTo>
                    <a:lnTo>
                      <a:pt x="204" y="355"/>
                    </a:lnTo>
                    <a:lnTo>
                      <a:pt x="208" y="350"/>
                    </a:lnTo>
                    <a:lnTo>
                      <a:pt x="211" y="343"/>
                    </a:lnTo>
                    <a:lnTo>
                      <a:pt x="211" y="335"/>
                    </a:lnTo>
                    <a:lnTo>
                      <a:pt x="211" y="322"/>
                    </a:lnTo>
                    <a:lnTo>
                      <a:pt x="211" y="249"/>
                    </a:lnTo>
                    <a:lnTo>
                      <a:pt x="211" y="249"/>
                    </a:lnTo>
                    <a:lnTo>
                      <a:pt x="211" y="243"/>
                    </a:lnTo>
                    <a:lnTo>
                      <a:pt x="209" y="237"/>
                    </a:lnTo>
                    <a:lnTo>
                      <a:pt x="207" y="232"/>
                    </a:lnTo>
                    <a:lnTo>
                      <a:pt x="204" y="229"/>
                    </a:lnTo>
                    <a:lnTo>
                      <a:pt x="204" y="229"/>
                    </a:lnTo>
                    <a:close/>
                  </a:path>
                </a:pathLst>
              </a:custGeom>
              <a:solidFill>
                <a:srgbClr val="23912D"/>
              </a:solidFill>
              <a:ln w="38100" cmpd="sng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lIns="68652" tIns="34326" rIns="68652" bIns="34326"/>
              <a:lstStyle/>
              <a:p>
                <a:pPr defTabSz="822908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901" b="1" kern="0">
                  <a:solidFill>
                    <a:sysClr val="windowText" lastClr="000000"/>
                  </a:solidFill>
                  <a:cs typeface="Arial"/>
                </a:endParaRPr>
              </a:p>
            </p:txBody>
          </p:sp>
          <p:sp>
            <p:nvSpPr>
              <p:cNvPr id="170" name="Freeform 1621"/>
              <p:cNvSpPr>
                <a:spLocks/>
              </p:cNvSpPr>
              <p:nvPr/>
            </p:nvSpPr>
            <p:spPr bwMode="auto">
              <a:xfrm>
                <a:off x="4042606" y="1741222"/>
                <a:ext cx="456654" cy="519038"/>
              </a:xfrm>
              <a:custGeom>
                <a:avLst/>
                <a:gdLst/>
                <a:ahLst/>
                <a:cxnLst>
                  <a:cxn ang="0">
                    <a:pos x="153" y="193"/>
                  </a:cxn>
                  <a:cxn ang="0">
                    <a:pos x="132" y="177"/>
                  </a:cxn>
                  <a:cxn ang="0">
                    <a:pos x="144" y="160"/>
                  </a:cxn>
                  <a:cxn ang="0">
                    <a:pos x="154" y="138"/>
                  </a:cxn>
                  <a:cxn ang="0">
                    <a:pos x="156" y="127"/>
                  </a:cxn>
                  <a:cxn ang="0">
                    <a:pos x="159" y="106"/>
                  </a:cxn>
                  <a:cxn ang="0">
                    <a:pos x="160" y="94"/>
                  </a:cxn>
                  <a:cxn ang="0">
                    <a:pos x="158" y="69"/>
                  </a:cxn>
                  <a:cxn ang="0">
                    <a:pos x="155" y="54"/>
                  </a:cxn>
                  <a:cxn ang="0">
                    <a:pos x="145" y="30"/>
                  </a:cxn>
                  <a:cxn ang="0">
                    <a:pos x="131" y="12"/>
                  </a:cxn>
                  <a:cxn ang="0">
                    <a:pos x="115" y="1"/>
                  </a:cxn>
                  <a:cxn ang="0">
                    <a:pos x="106" y="0"/>
                  </a:cxn>
                  <a:cxn ang="0">
                    <a:pos x="89" y="4"/>
                  </a:cxn>
                  <a:cxn ang="0">
                    <a:pos x="74" y="19"/>
                  </a:cxn>
                  <a:cxn ang="0">
                    <a:pos x="62" y="40"/>
                  </a:cxn>
                  <a:cxn ang="0">
                    <a:pos x="55" y="66"/>
                  </a:cxn>
                  <a:cxn ang="0">
                    <a:pos x="53" y="79"/>
                  </a:cxn>
                  <a:cxn ang="0">
                    <a:pos x="52" y="94"/>
                  </a:cxn>
                  <a:cxn ang="0">
                    <a:pos x="54" y="118"/>
                  </a:cxn>
                  <a:cxn ang="0">
                    <a:pos x="59" y="141"/>
                  </a:cxn>
                  <a:cxn ang="0">
                    <a:pos x="63" y="151"/>
                  </a:cxn>
                  <a:cxn ang="0">
                    <a:pos x="74" y="171"/>
                  </a:cxn>
                  <a:cxn ang="0">
                    <a:pos x="60" y="192"/>
                  </a:cxn>
                  <a:cxn ang="0">
                    <a:pos x="8" y="229"/>
                  </a:cxn>
                  <a:cxn ang="0">
                    <a:pos x="2" y="237"/>
                  </a:cxn>
                  <a:cxn ang="0">
                    <a:pos x="0" y="249"/>
                  </a:cxn>
                  <a:cxn ang="0">
                    <a:pos x="0" y="335"/>
                  </a:cxn>
                  <a:cxn ang="0">
                    <a:pos x="1" y="343"/>
                  </a:cxn>
                  <a:cxn ang="0">
                    <a:pos x="8" y="355"/>
                  </a:cxn>
                  <a:cxn ang="0">
                    <a:pos x="199" y="356"/>
                  </a:cxn>
                  <a:cxn ang="0">
                    <a:pos x="204" y="355"/>
                  </a:cxn>
                  <a:cxn ang="0">
                    <a:pos x="211" y="343"/>
                  </a:cxn>
                  <a:cxn ang="0">
                    <a:pos x="211" y="322"/>
                  </a:cxn>
                  <a:cxn ang="0">
                    <a:pos x="211" y="249"/>
                  </a:cxn>
                  <a:cxn ang="0">
                    <a:pos x="209" y="237"/>
                  </a:cxn>
                  <a:cxn ang="0">
                    <a:pos x="204" y="229"/>
                  </a:cxn>
                </a:cxnLst>
                <a:rect l="0" t="0" r="r" b="b"/>
                <a:pathLst>
                  <a:path w="211" h="356">
                    <a:moveTo>
                      <a:pt x="204" y="229"/>
                    </a:moveTo>
                    <a:lnTo>
                      <a:pt x="153" y="193"/>
                    </a:lnTo>
                    <a:lnTo>
                      <a:pt x="132" y="177"/>
                    </a:lnTo>
                    <a:lnTo>
                      <a:pt x="132" y="177"/>
                    </a:lnTo>
                    <a:lnTo>
                      <a:pt x="138" y="169"/>
                    </a:lnTo>
                    <a:lnTo>
                      <a:pt x="144" y="160"/>
                    </a:lnTo>
                    <a:lnTo>
                      <a:pt x="149" y="150"/>
                    </a:lnTo>
                    <a:lnTo>
                      <a:pt x="154" y="138"/>
                    </a:lnTo>
                    <a:lnTo>
                      <a:pt x="154" y="138"/>
                    </a:lnTo>
                    <a:lnTo>
                      <a:pt x="156" y="127"/>
                    </a:lnTo>
                    <a:lnTo>
                      <a:pt x="158" y="117"/>
                    </a:lnTo>
                    <a:lnTo>
                      <a:pt x="159" y="106"/>
                    </a:lnTo>
                    <a:lnTo>
                      <a:pt x="160" y="94"/>
                    </a:lnTo>
                    <a:lnTo>
                      <a:pt x="160" y="94"/>
                    </a:lnTo>
                    <a:lnTo>
                      <a:pt x="159" y="81"/>
                    </a:lnTo>
                    <a:lnTo>
                      <a:pt x="158" y="69"/>
                    </a:lnTo>
                    <a:lnTo>
                      <a:pt x="158" y="69"/>
                    </a:lnTo>
                    <a:lnTo>
                      <a:pt x="155" y="54"/>
                    </a:lnTo>
                    <a:lnTo>
                      <a:pt x="150" y="42"/>
                    </a:lnTo>
                    <a:lnTo>
                      <a:pt x="145" y="30"/>
                    </a:lnTo>
                    <a:lnTo>
                      <a:pt x="139" y="19"/>
                    </a:lnTo>
                    <a:lnTo>
                      <a:pt x="131" y="12"/>
                    </a:lnTo>
                    <a:lnTo>
                      <a:pt x="124" y="6"/>
                    </a:lnTo>
                    <a:lnTo>
                      <a:pt x="115" y="1"/>
                    </a:lnTo>
                    <a:lnTo>
                      <a:pt x="106" y="0"/>
                    </a:lnTo>
                    <a:lnTo>
                      <a:pt x="106" y="0"/>
                    </a:lnTo>
                    <a:lnTo>
                      <a:pt x="97" y="1"/>
                    </a:lnTo>
                    <a:lnTo>
                      <a:pt x="89" y="4"/>
                    </a:lnTo>
                    <a:lnTo>
                      <a:pt x="81" y="10"/>
                    </a:lnTo>
                    <a:lnTo>
                      <a:pt x="74" y="19"/>
                    </a:lnTo>
                    <a:lnTo>
                      <a:pt x="67" y="28"/>
                    </a:lnTo>
                    <a:lnTo>
                      <a:pt x="62" y="40"/>
                    </a:lnTo>
                    <a:lnTo>
                      <a:pt x="58" y="52"/>
                    </a:lnTo>
                    <a:lnTo>
                      <a:pt x="55" y="66"/>
                    </a:lnTo>
                    <a:lnTo>
                      <a:pt x="55" y="66"/>
                    </a:lnTo>
                    <a:lnTo>
                      <a:pt x="53" y="79"/>
                    </a:lnTo>
                    <a:lnTo>
                      <a:pt x="52" y="94"/>
                    </a:lnTo>
                    <a:lnTo>
                      <a:pt x="52" y="94"/>
                    </a:lnTo>
                    <a:lnTo>
                      <a:pt x="52" y="106"/>
                    </a:lnTo>
                    <a:lnTo>
                      <a:pt x="54" y="118"/>
                    </a:lnTo>
                    <a:lnTo>
                      <a:pt x="56" y="130"/>
                    </a:lnTo>
                    <a:lnTo>
                      <a:pt x="59" y="141"/>
                    </a:lnTo>
                    <a:lnTo>
                      <a:pt x="59" y="141"/>
                    </a:lnTo>
                    <a:lnTo>
                      <a:pt x="63" y="151"/>
                    </a:lnTo>
                    <a:lnTo>
                      <a:pt x="68" y="162"/>
                    </a:lnTo>
                    <a:lnTo>
                      <a:pt x="74" y="171"/>
                    </a:lnTo>
                    <a:lnTo>
                      <a:pt x="81" y="178"/>
                    </a:lnTo>
                    <a:lnTo>
                      <a:pt x="60" y="192"/>
                    </a:lnTo>
                    <a:lnTo>
                      <a:pt x="8" y="229"/>
                    </a:lnTo>
                    <a:lnTo>
                      <a:pt x="8" y="229"/>
                    </a:lnTo>
                    <a:lnTo>
                      <a:pt x="5" y="232"/>
                    </a:lnTo>
                    <a:lnTo>
                      <a:pt x="2" y="237"/>
                    </a:lnTo>
                    <a:lnTo>
                      <a:pt x="1" y="243"/>
                    </a:lnTo>
                    <a:lnTo>
                      <a:pt x="0" y="249"/>
                    </a:lnTo>
                    <a:lnTo>
                      <a:pt x="0" y="322"/>
                    </a:lnTo>
                    <a:lnTo>
                      <a:pt x="0" y="335"/>
                    </a:lnTo>
                    <a:lnTo>
                      <a:pt x="0" y="335"/>
                    </a:lnTo>
                    <a:lnTo>
                      <a:pt x="1" y="343"/>
                    </a:lnTo>
                    <a:lnTo>
                      <a:pt x="4" y="350"/>
                    </a:lnTo>
                    <a:lnTo>
                      <a:pt x="8" y="355"/>
                    </a:lnTo>
                    <a:lnTo>
                      <a:pt x="12" y="356"/>
                    </a:lnTo>
                    <a:lnTo>
                      <a:pt x="199" y="356"/>
                    </a:lnTo>
                    <a:lnTo>
                      <a:pt x="199" y="356"/>
                    </a:lnTo>
                    <a:lnTo>
                      <a:pt x="204" y="355"/>
                    </a:lnTo>
                    <a:lnTo>
                      <a:pt x="208" y="350"/>
                    </a:lnTo>
                    <a:lnTo>
                      <a:pt x="211" y="343"/>
                    </a:lnTo>
                    <a:lnTo>
                      <a:pt x="211" y="335"/>
                    </a:lnTo>
                    <a:lnTo>
                      <a:pt x="211" y="322"/>
                    </a:lnTo>
                    <a:lnTo>
                      <a:pt x="211" y="249"/>
                    </a:lnTo>
                    <a:lnTo>
                      <a:pt x="211" y="249"/>
                    </a:lnTo>
                    <a:lnTo>
                      <a:pt x="211" y="243"/>
                    </a:lnTo>
                    <a:lnTo>
                      <a:pt x="209" y="237"/>
                    </a:lnTo>
                    <a:lnTo>
                      <a:pt x="207" y="232"/>
                    </a:lnTo>
                    <a:lnTo>
                      <a:pt x="204" y="229"/>
                    </a:lnTo>
                    <a:lnTo>
                      <a:pt x="204" y="229"/>
                    </a:lnTo>
                    <a:close/>
                  </a:path>
                </a:pathLst>
              </a:custGeom>
              <a:solidFill>
                <a:srgbClr val="23912D"/>
              </a:solidFill>
              <a:ln w="38100" cmpd="sng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lIns="68652" tIns="34326" rIns="68652" bIns="34326"/>
              <a:lstStyle/>
              <a:p>
                <a:pPr defTabSz="822908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901" b="1" kern="0">
                  <a:solidFill>
                    <a:sysClr val="windowText" lastClr="000000"/>
                  </a:solidFill>
                  <a:cs typeface="Arial"/>
                </a:endParaRPr>
              </a:p>
            </p:txBody>
          </p:sp>
        </p:grpSp>
      </p:grpSp>
      <p:grpSp>
        <p:nvGrpSpPr>
          <p:cNvPr id="171" name="Group 170"/>
          <p:cNvGrpSpPr/>
          <p:nvPr/>
        </p:nvGrpSpPr>
        <p:grpSpPr>
          <a:xfrm>
            <a:off x="9957323" y="3078569"/>
            <a:ext cx="1371600" cy="692150"/>
            <a:chOff x="5163399" y="2705348"/>
            <a:chExt cx="1371600" cy="692150"/>
          </a:xfrm>
        </p:grpSpPr>
        <p:sp>
          <p:nvSpPr>
            <p:cNvPr id="172" name="Rectangle 1637"/>
            <p:cNvSpPr>
              <a:spLocks noChangeArrowheads="1"/>
            </p:cNvSpPr>
            <p:nvPr/>
          </p:nvSpPr>
          <p:spPr bwMode="auto">
            <a:xfrm>
              <a:off x="5163399" y="3265735"/>
              <a:ext cx="1371600" cy="1317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822908" eaLnBrk="0" hangingPunct="0">
                <a:lnSpc>
                  <a:spcPct val="95000"/>
                </a:lnSpc>
                <a:defRPr/>
              </a:pPr>
              <a:r>
                <a:rPr lang="en-US" sz="901" b="1" kern="0">
                  <a:solidFill>
                    <a:srgbClr val="000000"/>
                  </a:solidFill>
                  <a:cs typeface="Arial"/>
                </a:rPr>
                <a:t>&lt;Role Name&gt;</a:t>
              </a:r>
            </a:p>
          </p:txBody>
        </p:sp>
        <p:grpSp>
          <p:nvGrpSpPr>
            <p:cNvPr id="173" name="Group 172"/>
            <p:cNvGrpSpPr/>
            <p:nvPr/>
          </p:nvGrpSpPr>
          <p:grpSpPr>
            <a:xfrm>
              <a:off x="5561861" y="2705348"/>
              <a:ext cx="565150" cy="534987"/>
              <a:chOff x="6581140" y="2306191"/>
              <a:chExt cx="565150" cy="534987"/>
            </a:xfrm>
          </p:grpSpPr>
          <p:sp>
            <p:nvSpPr>
              <p:cNvPr id="174" name="Freeform 1621"/>
              <p:cNvSpPr>
                <a:spLocks/>
              </p:cNvSpPr>
              <p:nvPr/>
            </p:nvSpPr>
            <p:spPr bwMode="auto">
              <a:xfrm>
                <a:off x="6581140" y="2306191"/>
                <a:ext cx="369888" cy="420687"/>
              </a:xfrm>
              <a:custGeom>
                <a:avLst/>
                <a:gdLst/>
                <a:ahLst/>
                <a:cxnLst>
                  <a:cxn ang="0">
                    <a:pos x="153" y="193"/>
                  </a:cxn>
                  <a:cxn ang="0">
                    <a:pos x="132" y="177"/>
                  </a:cxn>
                  <a:cxn ang="0">
                    <a:pos x="144" y="160"/>
                  </a:cxn>
                  <a:cxn ang="0">
                    <a:pos x="154" y="138"/>
                  </a:cxn>
                  <a:cxn ang="0">
                    <a:pos x="156" y="127"/>
                  </a:cxn>
                  <a:cxn ang="0">
                    <a:pos x="159" y="106"/>
                  </a:cxn>
                  <a:cxn ang="0">
                    <a:pos x="160" y="94"/>
                  </a:cxn>
                  <a:cxn ang="0">
                    <a:pos x="158" y="69"/>
                  </a:cxn>
                  <a:cxn ang="0">
                    <a:pos x="155" y="54"/>
                  </a:cxn>
                  <a:cxn ang="0">
                    <a:pos x="145" y="30"/>
                  </a:cxn>
                  <a:cxn ang="0">
                    <a:pos x="131" y="12"/>
                  </a:cxn>
                  <a:cxn ang="0">
                    <a:pos x="115" y="1"/>
                  </a:cxn>
                  <a:cxn ang="0">
                    <a:pos x="106" y="0"/>
                  </a:cxn>
                  <a:cxn ang="0">
                    <a:pos x="89" y="4"/>
                  </a:cxn>
                  <a:cxn ang="0">
                    <a:pos x="74" y="19"/>
                  </a:cxn>
                  <a:cxn ang="0">
                    <a:pos x="62" y="40"/>
                  </a:cxn>
                  <a:cxn ang="0">
                    <a:pos x="55" y="66"/>
                  </a:cxn>
                  <a:cxn ang="0">
                    <a:pos x="53" y="79"/>
                  </a:cxn>
                  <a:cxn ang="0">
                    <a:pos x="52" y="94"/>
                  </a:cxn>
                  <a:cxn ang="0">
                    <a:pos x="54" y="118"/>
                  </a:cxn>
                  <a:cxn ang="0">
                    <a:pos x="59" y="141"/>
                  </a:cxn>
                  <a:cxn ang="0">
                    <a:pos x="63" y="151"/>
                  </a:cxn>
                  <a:cxn ang="0">
                    <a:pos x="74" y="171"/>
                  </a:cxn>
                  <a:cxn ang="0">
                    <a:pos x="60" y="192"/>
                  </a:cxn>
                  <a:cxn ang="0">
                    <a:pos x="8" y="229"/>
                  </a:cxn>
                  <a:cxn ang="0">
                    <a:pos x="2" y="237"/>
                  </a:cxn>
                  <a:cxn ang="0">
                    <a:pos x="0" y="249"/>
                  </a:cxn>
                  <a:cxn ang="0">
                    <a:pos x="0" y="335"/>
                  </a:cxn>
                  <a:cxn ang="0">
                    <a:pos x="1" y="343"/>
                  </a:cxn>
                  <a:cxn ang="0">
                    <a:pos x="8" y="355"/>
                  </a:cxn>
                  <a:cxn ang="0">
                    <a:pos x="199" y="356"/>
                  </a:cxn>
                  <a:cxn ang="0">
                    <a:pos x="204" y="355"/>
                  </a:cxn>
                  <a:cxn ang="0">
                    <a:pos x="211" y="343"/>
                  </a:cxn>
                  <a:cxn ang="0">
                    <a:pos x="211" y="322"/>
                  </a:cxn>
                  <a:cxn ang="0">
                    <a:pos x="211" y="249"/>
                  </a:cxn>
                  <a:cxn ang="0">
                    <a:pos x="209" y="237"/>
                  </a:cxn>
                  <a:cxn ang="0">
                    <a:pos x="204" y="229"/>
                  </a:cxn>
                </a:cxnLst>
                <a:rect l="0" t="0" r="r" b="b"/>
                <a:pathLst>
                  <a:path w="211" h="356">
                    <a:moveTo>
                      <a:pt x="204" y="229"/>
                    </a:moveTo>
                    <a:lnTo>
                      <a:pt x="153" y="193"/>
                    </a:lnTo>
                    <a:lnTo>
                      <a:pt x="132" y="177"/>
                    </a:lnTo>
                    <a:lnTo>
                      <a:pt x="132" y="177"/>
                    </a:lnTo>
                    <a:lnTo>
                      <a:pt x="138" y="169"/>
                    </a:lnTo>
                    <a:lnTo>
                      <a:pt x="144" y="160"/>
                    </a:lnTo>
                    <a:lnTo>
                      <a:pt x="149" y="150"/>
                    </a:lnTo>
                    <a:lnTo>
                      <a:pt x="154" y="138"/>
                    </a:lnTo>
                    <a:lnTo>
                      <a:pt x="154" y="138"/>
                    </a:lnTo>
                    <a:lnTo>
                      <a:pt x="156" y="127"/>
                    </a:lnTo>
                    <a:lnTo>
                      <a:pt x="158" y="117"/>
                    </a:lnTo>
                    <a:lnTo>
                      <a:pt x="159" y="106"/>
                    </a:lnTo>
                    <a:lnTo>
                      <a:pt x="160" y="94"/>
                    </a:lnTo>
                    <a:lnTo>
                      <a:pt x="160" y="94"/>
                    </a:lnTo>
                    <a:lnTo>
                      <a:pt x="159" y="81"/>
                    </a:lnTo>
                    <a:lnTo>
                      <a:pt x="158" y="69"/>
                    </a:lnTo>
                    <a:lnTo>
                      <a:pt x="158" y="69"/>
                    </a:lnTo>
                    <a:lnTo>
                      <a:pt x="155" y="54"/>
                    </a:lnTo>
                    <a:lnTo>
                      <a:pt x="150" y="42"/>
                    </a:lnTo>
                    <a:lnTo>
                      <a:pt x="145" y="30"/>
                    </a:lnTo>
                    <a:lnTo>
                      <a:pt x="139" y="19"/>
                    </a:lnTo>
                    <a:lnTo>
                      <a:pt x="131" y="12"/>
                    </a:lnTo>
                    <a:lnTo>
                      <a:pt x="124" y="6"/>
                    </a:lnTo>
                    <a:lnTo>
                      <a:pt x="115" y="1"/>
                    </a:lnTo>
                    <a:lnTo>
                      <a:pt x="106" y="0"/>
                    </a:lnTo>
                    <a:lnTo>
                      <a:pt x="106" y="0"/>
                    </a:lnTo>
                    <a:lnTo>
                      <a:pt x="97" y="1"/>
                    </a:lnTo>
                    <a:lnTo>
                      <a:pt x="89" y="4"/>
                    </a:lnTo>
                    <a:lnTo>
                      <a:pt x="81" y="10"/>
                    </a:lnTo>
                    <a:lnTo>
                      <a:pt x="74" y="19"/>
                    </a:lnTo>
                    <a:lnTo>
                      <a:pt x="67" y="28"/>
                    </a:lnTo>
                    <a:lnTo>
                      <a:pt x="62" y="40"/>
                    </a:lnTo>
                    <a:lnTo>
                      <a:pt x="58" y="52"/>
                    </a:lnTo>
                    <a:lnTo>
                      <a:pt x="55" y="66"/>
                    </a:lnTo>
                    <a:lnTo>
                      <a:pt x="55" y="66"/>
                    </a:lnTo>
                    <a:lnTo>
                      <a:pt x="53" y="79"/>
                    </a:lnTo>
                    <a:lnTo>
                      <a:pt x="52" y="94"/>
                    </a:lnTo>
                    <a:lnTo>
                      <a:pt x="52" y="94"/>
                    </a:lnTo>
                    <a:lnTo>
                      <a:pt x="52" y="106"/>
                    </a:lnTo>
                    <a:lnTo>
                      <a:pt x="54" y="118"/>
                    </a:lnTo>
                    <a:lnTo>
                      <a:pt x="56" y="130"/>
                    </a:lnTo>
                    <a:lnTo>
                      <a:pt x="59" y="141"/>
                    </a:lnTo>
                    <a:lnTo>
                      <a:pt x="59" y="141"/>
                    </a:lnTo>
                    <a:lnTo>
                      <a:pt x="63" y="151"/>
                    </a:lnTo>
                    <a:lnTo>
                      <a:pt x="68" y="162"/>
                    </a:lnTo>
                    <a:lnTo>
                      <a:pt x="74" y="171"/>
                    </a:lnTo>
                    <a:lnTo>
                      <a:pt x="81" y="178"/>
                    </a:lnTo>
                    <a:lnTo>
                      <a:pt x="60" y="192"/>
                    </a:lnTo>
                    <a:lnTo>
                      <a:pt x="8" y="229"/>
                    </a:lnTo>
                    <a:lnTo>
                      <a:pt x="8" y="229"/>
                    </a:lnTo>
                    <a:lnTo>
                      <a:pt x="5" y="232"/>
                    </a:lnTo>
                    <a:lnTo>
                      <a:pt x="2" y="237"/>
                    </a:lnTo>
                    <a:lnTo>
                      <a:pt x="1" y="243"/>
                    </a:lnTo>
                    <a:lnTo>
                      <a:pt x="0" y="249"/>
                    </a:lnTo>
                    <a:lnTo>
                      <a:pt x="0" y="322"/>
                    </a:lnTo>
                    <a:lnTo>
                      <a:pt x="0" y="335"/>
                    </a:lnTo>
                    <a:lnTo>
                      <a:pt x="0" y="335"/>
                    </a:lnTo>
                    <a:lnTo>
                      <a:pt x="1" y="343"/>
                    </a:lnTo>
                    <a:lnTo>
                      <a:pt x="4" y="350"/>
                    </a:lnTo>
                    <a:lnTo>
                      <a:pt x="8" y="355"/>
                    </a:lnTo>
                    <a:lnTo>
                      <a:pt x="12" y="356"/>
                    </a:lnTo>
                    <a:lnTo>
                      <a:pt x="199" y="356"/>
                    </a:lnTo>
                    <a:lnTo>
                      <a:pt x="199" y="356"/>
                    </a:lnTo>
                    <a:lnTo>
                      <a:pt x="204" y="355"/>
                    </a:lnTo>
                    <a:lnTo>
                      <a:pt x="208" y="350"/>
                    </a:lnTo>
                    <a:lnTo>
                      <a:pt x="211" y="343"/>
                    </a:lnTo>
                    <a:lnTo>
                      <a:pt x="211" y="335"/>
                    </a:lnTo>
                    <a:lnTo>
                      <a:pt x="211" y="322"/>
                    </a:lnTo>
                    <a:lnTo>
                      <a:pt x="211" y="249"/>
                    </a:lnTo>
                    <a:lnTo>
                      <a:pt x="211" y="249"/>
                    </a:lnTo>
                    <a:lnTo>
                      <a:pt x="211" y="243"/>
                    </a:lnTo>
                    <a:lnTo>
                      <a:pt x="209" y="237"/>
                    </a:lnTo>
                    <a:lnTo>
                      <a:pt x="207" y="232"/>
                    </a:lnTo>
                    <a:lnTo>
                      <a:pt x="204" y="229"/>
                    </a:lnTo>
                    <a:lnTo>
                      <a:pt x="204" y="229"/>
                    </a:lnTo>
                    <a:close/>
                  </a:path>
                </a:pathLst>
              </a:custGeom>
              <a:solidFill>
                <a:srgbClr val="FFC627"/>
              </a:solidFill>
              <a:ln w="38100" cmpd="sng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lIns="68652" tIns="34326" rIns="68652" bIns="34326"/>
              <a:lstStyle/>
              <a:p>
                <a:pPr marL="0" marR="0" lvl="0" indent="0" defTabSz="822908" eaLnBrk="0" fontAlgn="base" latinLnBrk="0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1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Arial"/>
                </a:endParaRPr>
              </a:p>
            </p:txBody>
          </p:sp>
          <p:sp>
            <p:nvSpPr>
              <p:cNvPr id="175" name="Freeform 1621"/>
              <p:cNvSpPr>
                <a:spLocks/>
              </p:cNvSpPr>
              <p:nvPr/>
            </p:nvSpPr>
            <p:spPr bwMode="auto">
              <a:xfrm>
                <a:off x="6677978" y="2363341"/>
                <a:ext cx="371475" cy="420687"/>
              </a:xfrm>
              <a:custGeom>
                <a:avLst/>
                <a:gdLst/>
                <a:ahLst/>
                <a:cxnLst>
                  <a:cxn ang="0">
                    <a:pos x="153" y="193"/>
                  </a:cxn>
                  <a:cxn ang="0">
                    <a:pos x="132" y="177"/>
                  </a:cxn>
                  <a:cxn ang="0">
                    <a:pos x="144" y="160"/>
                  </a:cxn>
                  <a:cxn ang="0">
                    <a:pos x="154" y="138"/>
                  </a:cxn>
                  <a:cxn ang="0">
                    <a:pos x="156" y="127"/>
                  </a:cxn>
                  <a:cxn ang="0">
                    <a:pos x="159" y="106"/>
                  </a:cxn>
                  <a:cxn ang="0">
                    <a:pos x="160" y="94"/>
                  </a:cxn>
                  <a:cxn ang="0">
                    <a:pos x="158" y="69"/>
                  </a:cxn>
                  <a:cxn ang="0">
                    <a:pos x="155" y="54"/>
                  </a:cxn>
                  <a:cxn ang="0">
                    <a:pos x="145" y="30"/>
                  </a:cxn>
                  <a:cxn ang="0">
                    <a:pos x="131" y="12"/>
                  </a:cxn>
                  <a:cxn ang="0">
                    <a:pos x="115" y="1"/>
                  </a:cxn>
                  <a:cxn ang="0">
                    <a:pos x="106" y="0"/>
                  </a:cxn>
                  <a:cxn ang="0">
                    <a:pos x="89" y="4"/>
                  </a:cxn>
                  <a:cxn ang="0">
                    <a:pos x="74" y="19"/>
                  </a:cxn>
                  <a:cxn ang="0">
                    <a:pos x="62" y="40"/>
                  </a:cxn>
                  <a:cxn ang="0">
                    <a:pos x="55" y="66"/>
                  </a:cxn>
                  <a:cxn ang="0">
                    <a:pos x="53" y="79"/>
                  </a:cxn>
                  <a:cxn ang="0">
                    <a:pos x="52" y="94"/>
                  </a:cxn>
                  <a:cxn ang="0">
                    <a:pos x="54" y="118"/>
                  </a:cxn>
                  <a:cxn ang="0">
                    <a:pos x="59" y="141"/>
                  </a:cxn>
                  <a:cxn ang="0">
                    <a:pos x="63" y="151"/>
                  </a:cxn>
                  <a:cxn ang="0">
                    <a:pos x="74" y="171"/>
                  </a:cxn>
                  <a:cxn ang="0">
                    <a:pos x="60" y="192"/>
                  </a:cxn>
                  <a:cxn ang="0">
                    <a:pos x="8" y="229"/>
                  </a:cxn>
                  <a:cxn ang="0">
                    <a:pos x="2" y="237"/>
                  </a:cxn>
                  <a:cxn ang="0">
                    <a:pos x="0" y="249"/>
                  </a:cxn>
                  <a:cxn ang="0">
                    <a:pos x="0" y="335"/>
                  </a:cxn>
                  <a:cxn ang="0">
                    <a:pos x="1" y="343"/>
                  </a:cxn>
                  <a:cxn ang="0">
                    <a:pos x="8" y="355"/>
                  </a:cxn>
                  <a:cxn ang="0">
                    <a:pos x="199" y="356"/>
                  </a:cxn>
                  <a:cxn ang="0">
                    <a:pos x="204" y="355"/>
                  </a:cxn>
                  <a:cxn ang="0">
                    <a:pos x="211" y="343"/>
                  </a:cxn>
                  <a:cxn ang="0">
                    <a:pos x="211" y="322"/>
                  </a:cxn>
                  <a:cxn ang="0">
                    <a:pos x="211" y="249"/>
                  </a:cxn>
                  <a:cxn ang="0">
                    <a:pos x="209" y="237"/>
                  </a:cxn>
                  <a:cxn ang="0">
                    <a:pos x="204" y="229"/>
                  </a:cxn>
                </a:cxnLst>
                <a:rect l="0" t="0" r="r" b="b"/>
                <a:pathLst>
                  <a:path w="211" h="356">
                    <a:moveTo>
                      <a:pt x="204" y="229"/>
                    </a:moveTo>
                    <a:lnTo>
                      <a:pt x="153" y="193"/>
                    </a:lnTo>
                    <a:lnTo>
                      <a:pt x="132" y="177"/>
                    </a:lnTo>
                    <a:lnTo>
                      <a:pt x="132" y="177"/>
                    </a:lnTo>
                    <a:lnTo>
                      <a:pt x="138" y="169"/>
                    </a:lnTo>
                    <a:lnTo>
                      <a:pt x="144" y="160"/>
                    </a:lnTo>
                    <a:lnTo>
                      <a:pt x="149" y="150"/>
                    </a:lnTo>
                    <a:lnTo>
                      <a:pt x="154" y="138"/>
                    </a:lnTo>
                    <a:lnTo>
                      <a:pt x="154" y="138"/>
                    </a:lnTo>
                    <a:lnTo>
                      <a:pt x="156" y="127"/>
                    </a:lnTo>
                    <a:lnTo>
                      <a:pt x="158" y="117"/>
                    </a:lnTo>
                    <a:lnTo>
                      <a:pt x="159" y="106"/>
                    </a:lnTo>
                    <a:lnTo>
                      <a:pt x="160" y="94"/>
                    </a:lnTo>
                    <a:lnTo>
                      <a:pt x="160" y="94"/>
                    </a:lnTo>
                    <a:lnTo>
                      <a:pt x="159" y="81"/>
                    </a:lnTo>
                    <a:lnTo>
                      <a:pt x="158" y="69"/>
                    </a:lnTo>
                    <a:lnTo>
                      <a:pt x="158" y="69"/>
                    </a:lnTo>
                    <a:lnTo>
                      <a:pt x="155" y="54"/>
                    </a:lnTo>
                    <a:lnTo>
                      <a:pt x="150" y="42"/>
                    </a:lnTo>
                    <a:lnTo>
                      <a:pt x="145" y="30"/>
                    </a:lnTo>
                    <a:lnTo>
                      <a:pt x="139" y="19"/>
                    </a:lnTo>
                    <a:lnTo>
                      <a:pt x="131" y="12"/>
                    </a:lnTo>
                    <a:lnTo>
                      <a:pt x="124" y="6"/>
                    </a:lnTo>
                    <a:lnTo>
                      <a:pt x="115" y="1"/>
                    </a:lnTo>
                    <a:lnTo>
                      <a:pt x="106" y="0"/>
                    </a:lnTo>
                    <a:lnTo>
                      <a:pt x="106" y="0"/>
                    </a:lnTo>
                    <a:lnTo>
                      <a:pt x="97" y="1"/>
                    </a:lnTo>
                    <a:lnTo>
                      <a:pt x="89" y="4"/>
                    </a:lnTo>
                    <a:lnTo>
                      <a:pt x="81" y="10"/>
                    </a:lnTo>
                    <a:lnTo>
                      <a:pt x="74" y="19"/>
                    </a:lnTo>
                    <a:lnTo>
                      <a:pt x="67" y="28"/>
                    </a:lnTo>
                    <a:lnTo>
                      <a:pt x="62" y="40"/>
                    </a:lnTo>
                    <a:lnTo>
                      <a:pt x="58" y="52"/>
                    </a:lnTo>
                    <a:lnTo>
                      <a:pt x="55" y="66"/>
                    </a:lnTo>
                    <a:lnTo>
                      <a:pt x="55" y="66"/>
                    </a:lnTo>
                    <a:lnTo>
                      <a:pt x="53" y="79"/>
                    </a:lnTo>
                    <a:lnTo>
                      <a:pt x="52" y="94"/>
                    </a:lnTo>
                    <a:lnTo>
                      <a:pt x="52" y="94"/>
                    </a:lnTo>
                    <a:lnTo>
                      <a:pt x="52" y="106"/>
                    </a:lnTo>
                    <a:lnTo>
                      <a:pt x="54" y="118"/>
                    </a:lnTo>
                    <a:lnTo>
                      <a:pt x="56" y="130"/>
                    </a:lnTo>
                    <a:lnTo>
                      <a:pt x="59" y="141"/>
                    </a:lnTo>
                    <a:lnTo>
                      <a:pt x="59" y="141"/>
                    </a:lnTo>
                    <a:lnTo>
                      <a:pt x="63" y="151"/>
                    </a:lnTo>
                    <a:lnTo>
                      <a:pt x="68" y="162"/>
                    </a:lnTo>
                    <a:lnTo>
                      <a:pt x="74" y="171"/>
                    </a:lnTo>
                    <a:lnTo>
                      <a:pt x="81" y="178"/>
                    </a:lnTo>
                    <a:lnTo>
                      <a:pt x="60" y="192"/>
                    </a:lnTo>
                    <a:lnTo>
                      <a:pt x="8" y="229"/>
                    </a:lnTo>
                    <a:lnTo>
                      <a:pt x="8" y="229"/>
                    </a:lnTo>
                    <a:lnTo>
                      <a:pt x="5" y="232"/>
                    </a:lnTo>
                    <a:lnTo>
                      <a:pt x="2" y="237"/>
                    </a:lnTo>
                    <a:lnTo>
                      <a:pt x="1" y="243"/>
                    </a:lnTo>
                    <a:lnTo>
                      <a:pt x="0" y="249"/>
                    </a:lnTo>
                    <a:lnTo>
                      <a:pt x="0" y="322"/>
                    </a:lnTo>
                    <a:lnTo>
                      <a:pt x="0" y="335"/>
                    </a:lnTo>
                    <a:lnTo>
                      <a:pt x="0" y="335"/>
                    </a:lnTo>
                    <a:lnTo>
                      <a:pt x="1" y="343"/>
                    </a:lnTo>
                    <a:lnTo>
                      <a:pt x="4" y="350"/>
                    </a:lnTo>
                    <a:lnTo>
                      <a:pt x="8" y="355"/>
                    </a:lnTo>
                    <a:lnTo>
                      <a:pt x="12" y="356"/>
                    </a:lnTo>
                    <a:lnTo>
                      <a:pt x="199" y="356"/>
                    </a:lnTo>
                    <a:lnTo>
                      <a:pt x="199" y="356"/>
                    </a:lnTo>
                    <a:lnTo>
                      <a:pt x="204" y="355"/>
                    </a:lnTo>
                    <a:lnTo>
                      <a:pt x="208" y="350"/>
                    </a:lnTo>
                    <a:lnTo>
                      <a:pt x="211" y="343"/>
                    </a:lnTo>
                    <a:lnTo>
                      <a:pt x="211" y="335"/>
                    </a:lnTo>
                    <a:lnTo>
                      <a:pt x="211" y="322"/>
                    </a:lnTo>
                    <a:lnTo>
                      <a:pt x="211" y="249"/>
                    </a:lnTo>
                    <a:lnTo>
                      <a:pt x="211" y="249"/>
                    </a:lnTo>
                    <a:lnTo>
                      <a:pt x="211" y="243"/>
                    </a:lnTo>
                    <a:lnTo>
                      <a:pt x="209" y="237"/>
                    </a:lnTo>
                    <a:lnTo>
                      <a:pt x="207" y="232"/>
                    </a:lnTo>
                    <a:lnTo>
                      <a:pt x="204" y="229"/>
                    </a:lnTo>
                    <a:lnTo>
                      <a:pt x="204" y="229"/>
                    </a:lnTo>
                    <a:close/>
                  </a:path>
                </a:pathLst>
              </a:custGeom>
              <a:solidFill>
                <a:srgbClr val="FFC627"/>
              </a:solidFill>
              <a:ln w="38100" cmpd="sng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lIns="68652" tIns="34326" rIns="68652" bIns="34326"/>
              <a:lstStyle/>
              <a:p>
                <a:pPr marL="0" marR="0" lvl="0" indent="0" defTabSz="822908" eaLnBrk="0" fontAlgn="base" latinLnBrk="0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1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Arial"/>
                </a:endParaRPr>
              </a:p>
            </p:txBody>
          </p:sp>
          <p:sp>
            <p:nvSpPr>
              <p:cNvPr id="176" name="Freeform 1621"/>
              <p:cNvSpPr>
                <a:spLocks/>
              </p:cNvSpPr>
              <p:nvPr/>
            </p:nvSpPr>
            <p:spPr bwMode="auto">
              <a:xfrm>
                <a:off x="6774815" y="2420491"/>
                <a:ext cx="371475" cy="420687"/>
              </a:xfrm>
              <a:custGeom>
                <a:avLst/>
                <a:gdLst/>
                <a:ahLst/>
                <a:cxnLst>
                  <a:cxn ang="0">
                    <a:pos x="153" y="193"/>
                  </a:cxn>
                  <a:cxn ang="0">
                    <a:pos x="132" y="177"/>
                  </a:cxn>
                  <a:cxn ang="0">
                    <a:pos x="144" y="160"/>
                  </a:cxn>
                  <a:cxn ang="0">
                    <a:pos x="154" y="138"/>
                  </a:cxn>
                  <a:cxn ang="0">
                    <a:pos x="156" y="127"/>
                  </a:cxn>
                  <a:cxn ang="0">
                    <a:pos x="159" y="106"/>
                  </a:cxn>
                  <a:cxn ang="0">
                    <a:pos x="160" y="94"/>
                  </a:cxn>
                  <a:cxn ang="0">
                    <a:pos x="158" y="69"/>
                  </a:cxn>
                  <a:cxn ang="0">
                    <a:pos x="155" y="54"/>
                  </a:cxn>
                  <a:cxn ang="0">
                    <a:pos x="145" y="30"/>
                  </a:cxn>
                  <a:cxn ang="0">
                    <a:pos x="131" y="12"/>
                  </a:cxn>
                  <a:cxn ang="0">
                    <a:pos x="115" y="1"/>
                  </a:cxn>
                  <a:cxn ang="0">
                    <a:pos x="106" y="0"/>
                  </a:cxn>
                  <a:cxn ang="0">
                    <a:pos x="89" y="4"/>
                  </a:cxn>
                  <a:cxn ang="0">
                    <a:pos x="74" y="19"/>
                  </a:cxn>
                  <a:cxn ang="0">
                    <a:pos x="62" y="40"/>
                  </a:cxn>
                  <a:cxn ang="0">
                    <a:pos x="55" y="66"/>
                  </a:cxn>
                  <a:cxn ang="0">
                    <a:pos x="53" y="79"/>
                  </a:cxn>
                  <a:cxn ang="0">
                    <a:pos x="52" y="94"/>
                  </a:cxn>
                  <a:cxn ang="0">
                    <a:pos x="54" y="118"/>
                  </a:cxn>
                  <a:cxn ang="0">
                    <a:pos x="59" y="141"/>
                  </a:cxn>
                  <a:cxn ang="0">
                    <a:pos x="63" y="151"/>
                  </a:cxn>
                  <a:cxn ang="0">
                    <a:pos x="74" y="171"/>
                  </a:cxn>
                  <a:cxn ang="0">
                    <a:pos x="60" y="192"/>
                  </a:cxn>
                  <a:cxn ang="0">
                    <a:pos x="8" y="229"/>
                  </a:cxn>
                  <a:cxn ang="0">
                    <a:pos x="2" y="237"/>
                  </a:cxn>
                  <a:cxn ang="0">
                    <a:pos x="0" y="249"/>
                  </a:cxn>
                  <a:cxn ang="0">
                    <a:pos x="0" y="335"/>
                  </a:cxn>
                  <a:cxn ang="0">
                    <a:pos x="1" y="343"/>
                  </a:cxn>
                  <a:cxn ang="0">
                    <a:pos x="8" y="355"/>
                  </a:cxn>
                  <a:cxn ang="0">
                    <a:pos x="199" y="356"/>
                  </a:cxn>
                  <a:cxn ang="0">
                    <a:pos x="204" y="355"/>
                  </a:cxn>
                  <a:cxn ang="0">
                    <a:pos x="211" y="343"/>
                  </a:cxn>
                  <a:cxn ang="0">
                    <a:pos x="211" y="322"/>
                  </a:cxn>
                  <a:cxn ang="0">
                    <a:pos x="211" y="249"/>
                  </a:cxn>
                  <a:cxn ang="0">
                    <a:pos x="209" y="237"/>
                  </a:cxn>
                  <a:cxn ang="0">
                    <a:pos x="204" y="229"/>
                  </a:cxn>
                </a:cxnLst>
                <a:rect l="0" t="0" r="r" b="b"/>
                <a:pathLst>
                  <a:path w="211" h="356">
                    <a:moveTo>
                      <a:pt x="204" y="229"/>
                    </a:moveTo>
                    <a:lnTo>
                      <a:pt x="153" y="193"/>
                    </a:lnTo>
                    <a:lnTo>
                      <a:pt x="132" y="177"/>
                    </a:lnTo>
                    <a:lnTo>
                      <a:pt x="132" y="177"/>
                    </a:lnTo>
                    <a:lnTo>
                      <a:pt x="138" y="169"/>
                    </a:lnTo>
                    <a:lnTo>
                      <a:pt x="144" y="160"/>
                    </a:lnTo>
                    <a:lnTo>
                      <a:pt x="149" y="150"/>
                    </a:lnTo>
                    <a:lnTo>
                      <a:pt x="154" y="138"/>
                    </a:lnTo>
                    <a:lnTo>
                      <a:pt x="154" y="138"/>
                    </a:lnTo>
                    <a:lnTo>
                      <a:pt x="156" y="127"/>
                    </a:lnTo>
                    <a:lnTo>
                      <a:pt x="158" y="117"/>
                    </a:lnTo>
                    <a:lnTo>
                      <a:pt x="159" y="106"/>
                    </a:lnTo>
                    <a:lnTo>
                      <a:pt x="160" y="94"/>
                    </a:lnTo>
                    <a:lnTo>
                      <a:pt x="160" y="94"/>
                    </a:lnTo>
                    <a:lnTo>
                      <a:pt x="159" y="81"/>
                    </a:lnTo>
                    <a:lnTo>
                      <a:pt x="158" y="69"/>
                    </a:lnTo>
                    <a:lnTo>
                      <a:pt x="158" y="69"/>
                    </a:lnTo>
                    <a:lnTo>
                      <a:pt x="155" y="54"/>
                    </a:lnTo>
                    <a:lnTo>
                      <a:pt x="150" y="42"/>
                    </a:lnTo>
                    <a:lnTo>
                      <a:pt x="145" y="30"/>
                    </a:lnTo>
                    <a:lnTo>
                      <a:pt x="139" y="19"/>
                    </a:lnTo>
                    <a:lnTo>
                      <a:pt x="131" y="12"/>
                    </a:lnTo>
                    <a:lnTo>
                      <a:pt x="124" y="6"/>
                    </a:lnTo>
                    <a:lnTo>
                      <a:pt x="115" y="1"/>
                    </a:lnTo>
                    <a:lnTo>
                      <a:pt x="106" y="0"/>
                    </a:lnTo>
                    <a:lnTo>
                      <a:pt x="106" y="0"/>
                    </a:lnTo>
                    <a:lnTo>
                      <a:pt x="97" y="1"/>
                    </a:lnTo>
                    <a:lnTo>
                      <a:pt x="89" y="4"/>
                    </a:lnTo>
                    <a:lnTo>
                      <a:pt x="81" y="10"/>
                    </a:lnTo>
                    <a:lnTo>
                      <a:pt x="74" y="19"/>
                    </a:lnTo>
                    <a:lnTo>
                      <a:pt x="67" y="28"/>
                    </a:lnTo>
                    <a:lnTo>
                      <a:pt x="62" y="40"/>
                    </a:lnTo>
                    <a:lnTo>
                      <a:pt x="58" y="52"/>
                    </a:lnTo>
                    <a:lnTo>
                      <a:pt x="55" y="66"/>
                    </a:lnTo>
                    <a:lnTo>
                      <a:pt x="55" y="66"/>
                    </a:lnTo>
                    <a:lnTo>
                      <a:pt x="53" y="79"/>
                    </a:lnTo>
                    <a:lnTo>
                      <a:pt x="52" y="94"/>
                    </a:lnTo>
                    <a:lnTo>
                      <a:pt x="52" y="94"/>
                    </a:lnTo>
                    <a:lnTo>
                      <a:pt x="52" y="106"/>
                    </a:lnTo>
                    <a:lnTo>
                      <a:pt x="54" y="118"/>
                    </a:lnTo>
                    <a:lnTo>
                      <a:pt x="56" y="130"/>
                    </a:lnTo>
                    <a:lnTo>
                      <a:pt x="59" y="141"/>
                    </a:lnTo>
                    <a:lnTo>
                      <a:pt x="59" y="141"/>
                    </a:lnTo>
                    <a:lnTo>
                      <a:pt x="63" y="151"/>
                    </a:lnTo>
                    <a:lnTo>
                      <a:pt x="68" y="162"/>
                    </a:lnTo>
                    <a:lnTo>
                      <a:pt x="74" y="171"/>
                    </a:lnTo>
                    <a:lnTo>
                      <a:pt x="81" y="178"/>
                    </a:lnTo>
                    <a:lnTo>
                      <a:pt x="60" y="192"/>
                    </a:lnTo>
                    <a:lnTo>
                      <a:pt x="8" y="229"/>
                    </a:lnTo>
                    <a:lnTo>
                      <a:pt x="8" y="229"/>
                    </a:lnTo>
                    <a:lnTo>
                      <a:pt x="5" y="232"/>
                    </a:lnTo>
                    <a:lnTo>
                      <a:pt x="2" y="237"/>
                    </a:lnTo>
                    <a:lnTo>
                      <a:pt x="1" y="243"/>
                    </a:lnTo>
                    <a:lnTo>
                      <a:pt x="0" y="249"/>
                    </a:lnTo>
                    <a:lnTo>
                      <a:pt x="0" y="322"/>
                    </a:lnTo>
                    <a:lnTo>
                      <a:pt x="0" y="335"/>
                    </a:lnTo>
                    <a:lnTo>
                      <a:pt x="0" y="335"/>
                    </a:lnTo>
                    <a:lnTo>
                      <a:pt x="1" y="343"/>
                    </a:lnTo>
                    <a:lnTo>
                      <a:pt x="4" y="350"/>
                    </a:lnTo>
                    <a:lnTo>
                      <a:pt x="8" y="355"/>
                    </a:lnTo>
                    <a:lnTo>
                      <a:pt x="12" y="356"/>
                    </a:lnTo>
                    <a:lnTo>
                      <a:pt x="199" y="356"/>
                    </a:lnTo>
                    <a:lnTo>
                      <a:pt x="199" y="356"/>
                    </a:lnTo>
                    <a:lnTo>
                      <a:pt x="204" y="355"/>
                    </a:lnTo>
                    <a:lnTo>
                      <a:pt x="208" y="350"/>
                    </a:lnTo>
                    <a:lnTo>
                      <a:pt x="211" y="343"/>
                    </a:lnTo>
                    <a:lnTo>
                      <a:pt x="211" y="335"/>
                    </a:lnTo>
                    <a:lnTo>
                      <a:pt x="211" y="322"/>
                    </a:lnTo>
                    <a:lnTo>
                      <a:pt x="211" y="249"/>
                    </a:lnTo>
                    <a:lnTo>
                      <a:pt x="211" y="249"/>
                    </a:lnTo>
                    <a:lnTo>
                      <a:pt x="211" y="243"/>
                    </a:lnTo>
                    <a:lnTo>
                      <a:pt x="209" y="237"/>
                    </a:lnTo>
                    <a:lnTo>
                      <a:pt x="207" y="232"/>
                    </a:lnTo>
                    <a:lnTo>
                      <a:pt x="204" y="229"/>
                    </a:lnTo>
                    <a:lnTo>
                      <a:pt x="204" y="229"/>
                    </a:lnTo>
                    <a:close/>
                  </a:path>
                </a:pathLst>
              </a:custGeom>
              <a:solidFill>
                <a:srgbClr val="FFC627"/>
              </a:solidFill>
              <a:ln w="38100" cmpd="sng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lIns="68652" tIns="34326" rIns="68652" bIns="34326"/>
              <a:lstStyle/>
              <a:p>
                <a:pPr marL="0" marR="0" lvl="0" indent="0" defTabSz="822908" eaLnBrk="0" fontAlgn="base" latinLnBrk="0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1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26652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BA9B0B-FAEF-6F4E-AA9D-4763F23C33FB}" type="slidenum">
              <a:rPr lang="en-US" altLang="en-US" smtClean="0"/>
              <a:pPr/>
              <a:t>2</a:t>
            </a:fld>
            <a:endParaRPr lang="en-US" alt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45124" y="348803"/>
            <a:ext cx="10523336" cy="498475"/>
          </a:xfrm>
        </p:spPr>
        <p:txBody>
          <a:bodyPr/>
          <a:lstStyle/>
          <a:p>
            <a:r>
              <a:rPr lang="en-US" b="0">
                <a:latin typeface="Honeywell Sans Medium" charset="0"/>
                <a:ea typeface="Honeywell Sans Medium" charset="0"/>
                <a:cs typeface="Honeywell Sans Medium" charset="0"/>
              </a:rPr>
              <a:t>The End</a:t>
            </a:r>
            <a:endParaRPr lang="en-US" sz="1800" b="0">
              <a:solidFill>
                <a:srgbClr val="00B0F0"/>
              </a:solidFill>
              <a:latin typeface="Honeywell Sans Medium" charset="0"/>
              <a:ea typeface="Honeywell Sans Medium" charset="0"/>
              <a:cs typeface="Honeywell Sans Medium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58348" y="959045"/>
            <a:ext cx="10954880" cy="0"/>
          </a:xfrm>
          <a:prstGeom prst="line">
            <a:avLst/>
          </a:prstGeom>
          <a:ln w="28575" cmpd="sng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4184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HUE Overview">
  <a:themeElements>
    <a:clrScheme name="Colors - Honeywell's Brand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E1261C"/>
      </a:accent1>
      <a:accent2>
        <a:srgbClr val="FFC627"/>
      </a:accent2>
      <a:accent3>
        <a:srgbClr val="707070"/>
      </a:accent3>
      <a:accent4>
        <a:srgbClr val="F37021"/>
      </a:accent4>
      <a:accent5>
        <a:srgbClr val="1792E5"/>
      </a:accent5>
      <a:accent6>
        <a:srgbClr val="000000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rgbClr val="7F7F7F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Matrix v3" id="{42F2CE04-14ED-9442-9A49-41AFAF093629}" vid="{9E93590D-DE32-7E41-83F0-9F0A8EFB44B5}"/>
    </a:ext>
  </a:extLst>
</a:theme>
</file>

<file path=ppt/theme/theme2.xml><?xml version="1.0" encoding="utf-8"?>
<a:theme xmlns:a="http://schemas.openxmlformats.org/drawingml/2006/main" name="Honeywell Single Image Cover">
  <a:themeElements>
    <a:clrScheme name="Colors - Honeywell's Brand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E1261C"/>
      </a:accent1>
      <a:accent2>
        <a:srgbClr val="FFC627"/>
      </a:accent2>
      <a:accent3>
        <a:srgbClr val="707070"/>
      </a:accent3>
      <a:accent4>
        <a:srgbClr val="F37021"/>
      </a:accent4>
      <a:accent5>
        <a:srgbClr val="1792E5"/>
      </a:accent5>
      <a:accent6>
        <a:srgbClr val="000000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rgbClr val="7F7F7F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Matrix v3" id="{42F2CE04-14ED-9442-9A49-41AFAF093629}" vid="{98B3562B-CF69-AB42-A5A2-1E0A29CED889}"/>
    </a:ext>
  </a:extLst>
</a:theme>
</file>

<file path=ppt/theme/theme3.xml><?xml version="1.0" encoding="utf-8"?>
<a:theme xmlns:a="http://schemas.openxmlformats.org/drawingml/2006/main" name="Honeywell Theme">
  <a:themeElements>
    <a:clrScheme name="Colors - Honeywell's Brand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E1261C"/>
      </a:accent1>
      <a:accent2>
        <a:srgbClr val="FFC627"/>
      </a:accent2>
      <a:accent3>
        <a:srgbClr val="707070"/>
      </a:accent3>
      <a:accent4>
        <a:srgbClr val="F37021"/>
      </a:accent4>
      <a:accent5>
        <a:srgbClr val="1792E5"/>
      </a:accent5>
      <a:accent6>
        <a:srgbClr val="000000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spAutoFit/>
      </a:bodyPr>
      <a:lstStyle>
        <a:defPPr algn="ctr">
          <a:defRPr dirty="0" smtClean="0">
            <a:solidFill>
              <a:schemeClr val="accent3"/>
            </a:solidFill>
          </a:defRPr>
        </a:defPPr>
      </a:lstStyle>
      <a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a:style>
    </a:spDef>
    <a:lnDef>
      <a:spPr>
        <a:ln w="12700" cmpd="sng">
          <a:solidFill>
            <a:schemeClr val="bg1">
              <a:lumMod val="50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Matrix v3" id="{42F2CE04-14ED-9442-9A49-41AFAF093629}" vid="{9622A9A6-0BFA-C441-BD7B-7CE6A044E240}"/>
    </a:ext>
  </a:extLst>
</a:theme>
</file>

<file path=ppt/theme/theme4.xml><?xml version="1.0" encoding="utf-8"?>
<a:theme xmlns:a="http://schemas.openxmlformats.org/drawingml/2006/main" name="1_Honeywell Theme">
  <a:themeElements>
    <a:clrScheme name="Colors - Honeywell's Brand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E1261C"/>
      </a:accent1>
      <a:accent2>
        <a:srgbClr val="FFC627"/>
      </a:accent2>
      <a:accent3>
        <a:srgbClr val="707070"/>
      </a:accent3>
      <a:accent4>
        <a:srgbClr val="F37021"/>
      </a:accent4>
      <a:accent5>
        <a:srgbClr val="1792E5"/>
      </a:accent5>
      <a:accent6>
        <a:srgbClr val="000000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spAutoFit/>
      </a:bodyPr>
      <a:lstStyle>
        <a:defPPr algn="ctr">
          <a:defRPr dirty="0" smtClean="0">
            <a:solidFill>
              <a:schemeClr val="accent3"/>
            </a:solidFill>
          </a:defRPr>
        </a:defPPr>
      </a:lstStyle>
      <a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a:style>
    </a:spDef>
    <a:lnDef>
      <a:spPr>
        <a:ln w="12700" cmpd="sng">
          <a:solidFill>
            <a:schemeClr val="bg1">
              <a:lumMod val="50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Matrix v3" id="{42F2CE04-14ED-9442-9A49-41AFAF093629}" vid="{3ED0FC25-E379-3149-BA08-294511981F51}"/>
    </a:ext>
  </a:extLst>
</a:theme>
</file>

<file path=ppt/theme/theme5.xml><?xml version="1.0" encoding="utf-8"?>
<a:theme xmlns:a="http://schemas.openxmlformats.org/drawingml/2006/main" name="1_Honeywell Single Image Cover">
  <a:themeElements>
    <a:clrScheme name="Honeywell Branded Colors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000000"/>
      </a:accent1>
      <a:accent2>
        <a:srgbClr val="707070"/>
      </a:accent2>
      <a:accent3>
        <a:srgbClr val="E1261C"/>
      </a:accent3>
      <a:accent4>
        <a:srgbClr val="F37021"/>
      </a:accent4>
      <a:accent5>
        <a:srgbClr val="FFC627"/>
      </a:accent5>
      <a:accent6>
        <a:srgbClr val="1792E5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rgbClr val="7F7F7F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Matrix v3" id="{42F2CE04-14ED-9442-9A49-41AFAF093629}" vid="{8E944E06-72BD-0440-A1D1-44F548CF8B99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EAEF24CE16714DBFF89EBB24D23B04" ma:contentTypeVersion="8" ma:contentTypeDescription="Create a new document." ma:contentTypeScope="" ma:versionID="fa174c6afff32858f53b06cc5e25cc73">
  <xsd:schema xmlns:xsd="http://www.w3.org/2001/XMLSchema" xmlns:xs="http://www.w3.org/2001/XMLSchema" xmlns:p="http://schemas.microsoft.com/office/2006/metadata/properties" xmlns:ns2="4c1981db-d8fb-4ca3-9d14-523ffc40b38c" xmlns:ns3="6ea289bd-17f2-459a-993b-2af49462c21e" targetNamespace="http://schemas.microsoft.com/office/2006/metadata/properties" ma:root="true" ma:fieldsID="bc283a575266b0a8c5b580b2751d02af" ns2:_="" ns3:_="">
    <xsd:import namespace="4c1981db-d8fb-4ca3-9d14-523ffc40b38c"/>
    <xsd:import namespace="6ea289bd-17f2-459a-993b-2af49462c21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1981db-d8fb-4ca3-9d14-523ffc40b38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a289bd-17f2-459a-993b-2af49462c2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4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F3F172C-8338-45B2-A474-D6814D9E4F8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DF643B-586A-4105-BFEE-5D78C44C1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c1981db-d8fb-4ca3-9d14-523ffc40b38c"/>
    <ds:schemaRef ds:uri="6ea289bd-17f2-459a-993b-2af49462c2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70A5086-3A5A-4ECC-9ED5-5A313F2872B0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Notes>2</Notes>
  <HiddenSlides>0</HiddenSlide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HUE Overview</vt:lpstr>
      <vt:lpstr>Honeywell Single Image Cover</vt:lpstr>
      <vt:lpstr>Honeywell Theme</vt:lpstr>
      <vt:lpstr>1_Honeywell Theme</vt:lpstr>
      <vt:lpstr>1_Honeywell Single Image Cover</vt:lpstr>
      <vt:lpstr>PowerPoint Presentation</vt:lpstr>
      <vt:lpstr>Stakeholder Map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revision>2</cp:revision>
  <dcterms:modified xsi:type="dcterms:W3CDTF">2018-07-11T17:51:07Z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0x010100DDEAEF24CE16714DBFF89EBB24D23B04</vt:lpwstr>
  </property>
  <property fmtid="{D5CDD505-2E9C-101B-9397-08002B2CF9AE}" pid="3" name="Source">
    <vt:lpwstr>8f9874da50388e0acb1f5bab1b4b753b</vt:lpwstr>
  </property>
</Properties>
</file>