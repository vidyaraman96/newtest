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4"/>
    <p:sldMasterId id="2147493480" r:id="rId5"/>
    <p:sldMasterId id="2147493455" r:id="rId6"/>
    <p:sldMasterId id="2147493521" r:id="rId7"/>
    <p:sldMasterId id="2147493600" r:id="rId8"/>
  </p:sldMasterIdLst>
  <p:notesMasterIdLst>
    <p:notesMasterId r:id="rId13"/>
  </p:notesMasterIdLst>
  <p:handoutMasterIdLst>
    <p:handoutMasterId r:id="rId14"/>
  </p:handoutMasterIdLst>
  <p:sldIdLst>
    <p:sldId id="507" r:id="rId9"/>
    <p:sldId id="589" r:id="rId10"/>
    <p:sldId id="590" r:id="rId11"/>
    <p:sldId id="587" r:id="rId12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7D971"/>
    <a:srgbClr val="595959"/>
    <a:srgbClr val="7F7F7F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3963"/>
  </p:normalViewPr>
  <p:slideViewPr>
    <p:cSldViewPr snapToGrid="0">
      <p:cViewPr>
        <p:scale>
          <a:sx n="110" d="100"/>
          <a:sy n="110" d="100"/>
        </p:scale>
        <p:origin x="5672" y="2048"/>
      </p:cViewPr>
      <p:guideLst>
        <p:guide orient="horz" pos="3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-2784" y="-108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074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32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016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5052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 spc="-15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30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>
            <a:lvl1pPr>
              <a:defRPr sz="2800" b="0" i="0">
                <a:latin typeface="Honeywell Sans Medium" charset="0"/>
                <a:ea typeface="Honeywell Sans Medium" charset="0"/>
                <a:cs typeface="Honeywell Sans Medium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6734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  <p:sldLayoutId id="2147494103" r:id="rId4"/>
    <p:sldLayoutId id="2147494104" r:id="rId5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368839" y="340410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1123677" y="6558210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</a:t>
            </a:r>
            <a:r>
              <a:rPr lang="en-US" altLang="en-US" sz="700" dirty="0">
                <a:solidFill>
                  <a:srgbClr val="707070"/>
                </a:solidFill>
              </a:rPr>
              <a:t>All rights reserved.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9" y="6580188"/>
            <a:ext cx="578670" cy="1864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098" r:id="rId5"/>
    <p:sldLayoutId id="2147494101" r:id="rId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400" b="1" i="0" kern="1200" dirty="0">
          <a:solidFill>
            <a:schemeClr val="tx1"/>
          </a:solidFill>
          <a:latin typeface="Honeywell Sans" charset="0"/>
          <a:ea typeface="Honeywell Sans" charset="0"/>
          <a:cs typeface="Honeywell Sans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Placeholder 5"/>
          <p:cNvSpPr>
            <a:spLocks noGrp="1"/>
          </p:cNvSpPr>
          <p:nvPr>
            <p:ph type="body" sz="quarter" idx="13"/>
          </p:nvPr>
        </p:nvSpPr>
        <p:spPr bwMode="auto">
          <a:xfrm>
            <a:off x="2865438" y="6223000"/>
            <a:ext cx="6616700" cy="25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Template</a:t>
            </a:r>
          </a:p>
        </p:txBody>
      </p:sp>
      <p:sp>
        <p:nvSpPr>
          <p:cNvPr id="20482" name="Text Placeholder 4"/>
          <p:cNvSpPr>
            <a:spLocks noGrp="1"/>
          </p:cNvSpPr>
          <p:nvPr>
            <p:ph type="body" sz="quarter" idx="12"/>
          </p:nvPr>
        </p:nvSpPr>
        <p:spPr bwMode="auto">
          <a:xfrm>
            <a:off x="2865438" y="5959475"/>
            <a:ext cx="6616700" cy="250825"/>
          </a:xfrm>
          <a:extLst/>
        </p:spPr>
        <p:txBody>
          <a:bodyPr vert="horz" anchor="ctr"/>
          <a:lstStyle/>
          <a:p>
            <a:r>
              <a:rPr lang="en-US" altLang="en-US" dirty="0">
                <a:latin typeface="Honeywell Sans" charset="0"/>
                <a:ea typeface="Honeywell Sans" charset="0"/>
                <a:cs typeface="Honeywell Sans" charset="0"/>
              </a:rPr>
              <a:t>Persona</a:t>
            </a:r>
          </a:p>
        </p:txBody>
      </p:sp>
      <p:sp>
        <p:nvSpPr>
          <p:cNvPr id="20483" name="Content Placeholder 1"/>
          <p:cNvSpPr>
            <a:spLocks noGrp="1"/>
          </p:cNvSpPr>
          <p:nvPr>
            <p:ph sz="quarter" idx="10"/>
          </p:nvPr>
        </p:nvSpPr>
        <p:spPr bwMode="auto">
          <a:xfrm>
            <a:off x="266700" y="5949950"/>
            <a:ext cx="2482850" cy="236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Avinash Shrivastava</a:t>
            </a:r>
          </a:p>
        </p:txBody>
      </p:sp>
      <p:sp>
        <p:nvSpPr>
          <p:cNvPr id="20484" name="Text Placeholder 3"/>
          <p:cNvSpPr>
            <a:spLocks noGrp="1"/>
          </p:cNvSpPr>
          <p:nvPr>
            <p:ph type="body" sz="quarter" idx="11"/>
          </p:nvPr>
        </p:nvSpPr>
        <p:spPr bwMode="auto">
          <a:xfrm>
            <a:off x="266700" y="6199188"/>
            <a:ext cx="2482850" cy="24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/>
            <a:r>
              <a:rPr lang="en-US" altLang="en-US" dirty="0">
                <a:solidFill>
                  <a:srgbClr val="595959"/>
                </a:solidFill>
                <a:latin typeface="Honeywell Sans" charset="0"/>
                <a:ea typeface="Honeywell Sans" charset="0"/>
                <a:cs typeface="Honeywell Sans" charset="0"/>
              </a:rPr>
              <a:t>Nov 2016</a:t>
            </a:r>
          </a:p>
        </p:txBody>
      </p:sp>
      <p:sp>
        <p:nvSpPr>
          <p:cNvPr id="2048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17313" y="0"/>
            <a:ext cx="674687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6B4F42D-98EE-4A47-AEDA-D0FFDA8DDBEF}" type="slidenum">
              <a:rPr lang="en-US" altLang="en-US" sz="1100">
                <a:solidFill>
                  <a:schemeClr val="bg1"/>
                </a:solidFill>
              </a:rPr>
              <a:pPr eaLnBrk="1" hangingPunct="1"/>
              <a:t>0</a:t>
            </a:fld>
            <a:endParaRPr lang="en-US" altLang="en-US" sz="11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/>
              <a:t>Persona ( detailed 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458348" y="1057885"/>
            <a:ext cx="10954880" cy="417989"/>
          </a:xfrm>
          <a:prstGeom prst="rect">
            <a:avLst/>
          </a:prstGeom>
          <a:solidFill>
            <a:srgbClr val="1B74B0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400" b="1" dirty="0">
                <a:latin typeface="Honeywell Sans" charset="0"/>
                <a:ea typeface="Honeywell Sans" charset="0"/>
                <a:cs typeface="Honeywell Sans" charset="0"/>
              </a:rPr>
              <a:t>   John Doe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4390" y="4090739"/>
            <a:ext cx="2894687" cy="4652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“ The best way to predict future is to create it“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390" y="1574714"/>
            <a:ext cx="2894687" cy="251602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474390" y="4701396"/>
            <a:ext cx="675185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Friendly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69687" y="4691552"/>
            <a:ext cx="562975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Clever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60843" y="4701396"/>
            <a:ext cx="80823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Honeywell Sans Medium" charset="0"/>
                <a:ea typeface="Honeywell Sans Medium" charset="0"/>
                <a:cs typeface="Honeywell Sans Medium" charset="0"/>
              </a:rPr>
              <a:t>humorous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5038119"/>
            <a:ext cx="1190775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AGE   :</a:t>
            </a:r>
          </a:p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OCCUPATION :</a:t>
            </a:r>
          </a:p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STATUS   :</a:t>
            </a:r>
          </a:p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LOCATION   :</a:t>
            </a:r>
          </a:p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TIER   :</a:t>
            </a:r>
          </a:p>
          <a:p>
            <a:pPr algn="r">
              <a:lnSpc>
                <a:spcPct val="150000"/>
              </a:lnSpc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ARCHETYPE   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12711" y="5016854"/>
            <a:ext cx="1413089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35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Software developer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Unmarried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Bangalore, India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Professional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The Planner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50308" y="1458384"/>
            <a:ext cx="1061509" cy="40415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Motivations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43931" y="1890479"/>
            <a:ext cx="3840480" cy="187693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Incentive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43931" y="2115201"/>
            <a:ext cx="1371600" cy="187693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Fear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43931" y="2343514"/>
            <a:ext cx="4206240" cy="187693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Achievement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43931" y="2566254"/>
            <a:ext cx="2286000" cy="206462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Growth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43931" y="2808706"/>
            <a:ext cx="2926080" cy="206462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Power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643931" y="3048314"/>
            <a:ext cx="2560320" cy="206462"/>
          </a:xfrm>
          <a:prstGeom prst="rect">
            <a:avLst/>
          </a:prstGeom>
          <a:solidFill>
            <a:srgbClr val="94AF7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000" b="1" dirty="0" err="1">
                <a:latin typeface="Honeywell Sans" charset="0"/>
                <a:ea typeface="Honeywell Sans" charset="0"/>
                <a:cs typeface="Honeywell Sans" charset="0"/>
              </a:rPr>
              <a:t>eg</a:t>
            </a:r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. Social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550308" y="3307720"/>
            <a:ext cx="802403" cy="4041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Goals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50308" y="3685486"/>
            <a:ext cx="45649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 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550308" y="4270323"/>
            <a:ext cx="1351892" cy="4041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Frustrations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550308" y="4648088"/>
            <a:ext cx="4564992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Lorem Ipsum is simply dummy text of the printing and typesetting 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43931" y="5726689"/>
            <a:ext cx="4206240" cy="9154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defTabSz="654710"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It is a long established fact that a reader will be distracted by the readable content of a page when looking at its layout. The point of using Lorem Ipsum is that it has a more-or-less normal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550308" y="5262312"/>
            <a:ext cx="1351892" cy="4041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Bio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115300" y="1458384"/>
            <a:ext cx="1018227" cy="40415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Personality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236691" y="2089687"/>
            <a:ext cx="3000573" cy="1150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155053" y="1854120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Predictable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537781" y="2087798"/>
            <a:ext cx="182880" cy="11709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236691" y="2526668"/>
            <a:ext cx="3000573" cy="1150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8160466" y="2275508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Self Support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81284" y="2518925"/>
            <a:ext cx="18288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277344" y="2275508"/>
            <a:ext cx="1005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Seek Support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67148" y="1854120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Varied Work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36691" y="2974737"/>
            <a:ext cx="3000573" cy="1150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8160466" y="2723577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Contented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481284" y="2966994"/>
            <a:ext cx="18288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0492029" y="2723577"/>
            <a:ext cx="8242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Champion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236691" y="3394770"/>
            <a:ext cx="3000573" cy="1150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160466" y="3143610"/>
            <a:ext cx="455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Solo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481284" y="3387027"/>
            <a:ext cx="18288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0722978" y="3143610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Social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115300" y="3486874"/>
            <a:ext cx="1040670" cy="40415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Technology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226149" y="4146582"/>
            <a:ext cx="2999232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8147104" y="3898392"/>
            <a:ext cx="946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IT &amp; Internet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234100" y="4559706"/>
            <a:ext cx="2999232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147104" y="4287662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Software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253010" y="4978676"/>
            <a:ext cx="2999232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147104" y="4713468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Mobile Apps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244642" y="5402168"/>
            <a:ext cx="2999232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8155055" y="5144913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Social Network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226149" y="4131794"/>
            <a:ext cx="182880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8234100" y="4537957"/>
            <a:ext cx="182880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8253010" y="4978676"/>
            <a:ext cx="182880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253008" y="5402167"/>
            <a:ext cx="182880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226149" y="6101227"/>
            <a:ext cx="2999232" cy="1188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  <a:p>
            <a:pPr defTabSz="654710">
              <a:lnSpc>
                <a:spcPct val="15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8138706" y="6245674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Home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735891" y="6101227"/>
            <a:ext cx="1828800" cy="118872"/>
          </a:xfrm>
          <a:prstGeom prst="rect">
            <a:avLst/>
          </a:prstGeom>
          <a:solidFill>
            <a:srgbClr val="1792E5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endParaRPr lang="en-US" sz="1400" b="1" dirty="0">
              <a:latin typeface="Honeywell Sans" charset="0"/>
              <a:ea typeface="Honeywell Sans" charset="0"/>
              <a:cs typeface="Honeywell Sans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8122804" y="5833288"/>
            <a:ext cx="22829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Times of Access to Digital Support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707896" y="6220099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Home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088269" y="6267423"/>
            <a:ext cx="9813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Work Facility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115300" y="5501985"/>
            <a:ext cx="1032655" cy="40415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Honeywell Sans" charset="0"/>
                <a:ea typeface="Honeywell Sans" charset="0"/>
                <a:cs typeface="Honeywell Sans" charset="0"/>
              </a:rPr>
              <a:t>Typical Day</a:t>
            </a:r>
          </a:p>
        </p:txBody>
      </p:sp>
    </p:spTree>
    <p:extLst>
      <p:ext uri="{BB962C8B-B14F-4D97-AF65-F5344CB8AC3E}">
        <p14:creationId xmlns:p14="http://schemas.microsoft.com/office/powerpoint/2010/main" val="102665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dirty="0"/>
              <a:t>Persona ( Short 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2</a:t>
            </a:fld>
            <a:endParaRPr lang="en-US" altLang="en-US"/>
          </a:p>
        </p:txBody>
      </p:sp>
      <p:cxnSp>
        <p:nvCxnSpPr>
          <p:cNvPr id="84" name="Straight Connector 83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458348" y="1057885"/>
            <a:ext cx="10954880" cy="417989"/>
          </a:xfrm>
          <a:prstGeom prst="rect">
            <a:avLst/>
          </a:prstGeom>
          <a:solidFill>
            <a:srgbClr val="1B74B0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54710"/>
            <a:r>
              <a:rPr lang="en-US" sz="1400" b="1" dirty="0">
                <a:latin typeface="Honeywell Sans" charset="0"/>
                <a:ea typeface="Honeywell Sans" charset="0"/>
                <a:cs typeface="Honeywell Sans" charset="0"/>
              </a:rPr>
              <a:t>   John Doe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537" y="4090739"/>
            <a:ext cx="2911909" cy="4652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54710"/>
            <a:r>
              <a:rPr lang="en-US" sz="1000" b="1" dirty="0">
                <a:latin typeface="Honeywell Sans" charset="0"/>
                <a:ea typeface="Honeywell Sans" charset="0"/>
                <a:cs typeface="Honeywell Sans" charset="0"/>
              </a:rPr>
              <a:t>“ The best way to predict future is to create it“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537" y="1574714"/>
            <a:ext cx="2894687" cy="25160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3514477" y="1593255"/>
            <a:ext cx="4048335" cy="2981245"/>
          </a:xfrm>
          <a:prstGeom prst="rect">
            <a:avLst/>
          </a:prstGeom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6669" y="283272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Mindset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8348" y="4706406"/>
            <a:ext cx="7104464" cy="1519465"/>
          </a:xfrm>
          <a:prstGeom prst="rect">
            <a:avLst/>
          </a:prstGeom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483560" y="5281472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Distinctive Characteristics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32065" y="1574714"/>
            <a:ext cx="3681163" cy="4651157"/>
          </a:xfrm>
          <a:prstGeom prst="rect">
            <a:avLst/>
          </a:prstGeom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686826" y="3715626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Needs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Honeywell Sans Medium" charset="0"/>
                <a:ea typeface="Honeywell Sans Medium" charset="0"/>
                <a:cs typeface="Honeywell Sans Medium" charset="0"/>
              </a:rPr>
              <a:t>&amp; Goals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A9B0B-FAEF-6F4E-AA9D-4763F23C33FB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45124" y="348803"/>
            <a:ext cx="10523336" cy="498475"/>
          </a:xfrm>
        </p:spPr>
        <p:txBody>
          <a:bodyPr/>
          <a:lstStyle/>
          <a:p>
            <a:r>
              <a:rPr lang="en-US" b="0" dirty="0">
                <a:latin typeface="Honeywell Sans Medium" charset="0"/>
                <a:ea typeface="Honeywell Sans Medium" charset="0"/>
                <a:cs typeface="Honeywell Sans Medium" charset="0"/>
              </a:rPr>
              <a:t>The End</a:t>
            </a:r>
            <a:endParaRPr lang="en-US" sz="1800" b="0" dirty="0">
              <a:solidFill>
                <a:srgbClr val="00B0F0"/>
              </a:solidFill>
              <a:latin typeface="Honeywell Sans Medium" charset="0"/>
              <a:ea typeface="Honeywell Sans Medium" charset="0"/>
              <a:cs typeface="Honeywell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8348" y="959045"/>
            <a:ext cx="10954880" cy="0"/>
          </a:xfrm>
          <a:prstGeom prst="line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4184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2EC373-2C78-4113-ABAA-8C210979B9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193D6C-5B1B-45B7-9A0A-D263E0B907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ED43346-51DE-426B-B40A-9235D678DF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Honeywell Widescreen</Template>
  <TotalTime>3969</TotalTime>
  <Words>181</Words>
  <Application>Microsoft Office PowerPoint</Application>
  <PresentationFormat>Widescreen</PresentationFormat>
  <Paragraphs>72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HUE Overview</vt:lpstr>
      <vt:lpstr>Honeywell Single Image Cover</vt:lpstr>
      <vt:lpstr>Honeywell Theme</vt:lpstr>
      <vt:lpstr>1_Honeywell Theme</vt:lpstr>
      <vt:lpstr>1_Honeywell Single Image Cover</vt:lpstr>
      <vt:lpstr>PowerPoint Presentation</vt:lpstr>
      <vt:lpstr>Persona ( detailed )</vt:lpstr>
      <vt:lpstr>Persona ( Short )</vt:lpstr>
      <vt:lpstr>The End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Dungey, David</dc:creator>
  <cp:lastModifiedBy>Microsoft Office User</cp:lastModifiedBy>
  <cp:revision>158</cp:revision>
  <cp:lastPrinted>2015-07-29T21:30:37Z</cp:lastPrinted>
  <dcterms:created xsi:type="dcterms:W3CDTF">2016-03-25T02:45:32Z</dcterms:created>
  <dcterms:modified xsi:type="dcterms:W3CDTF">2018-07-11T17:50:38Z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</Properties>
</file>