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82" r:id="rId4"/>
    <p:sldMasterId id="2147493480" r:id="rId5"/>
    <p:sldMasterId id="2147493455" r:id="rId6"/>
    <p:sldMasterId id="2147493521" r:id="rId7"/>
    <p:sldMasterId id="2147493600" r:id="rId8"/>
  </p:sldMasterIdLst>
  <p:notesMasterIdLst>
    <p:notesMasterId r:id="rId13"/>
  </p:notesMasterIdLst>
  <p:handoutMasterIdLst>
    <p:handoutMasterId r:id="rId14"/>
  </p:handoutMasterIdLst>
  <p:sldIdLst>
    <p:sldId id="507" r:id="rId9"/>
    <p:sldId id="589" r:id="rId10"/>
    <p:sldId id="590" r:id="rId11"/>
    <p:sldId id="591" r:id="rId12"/>
  </p:sldIdLst>
  <p:sldSz cx="12192000" cy="6858000"/>
  <p:notesSz cx="7023100" cy="93091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ngey, David" initials="DD" lastIdx="2" clrIdx="0">
    <p:extLst/>
  </p:cmAuthor>
  <p:cmAuthor id="2" name="Dungey, David" initials="DD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7D971"/>
    <a:srgbClr val="595959"/>
    <a:srgbClr val="7F7F7F"/>
    <a:srgbClr val="E71D1D"/>
    <a:srgbClr val="EB2819"/>
    <a:srgbClr val="E4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344D84-9AFB-497E-A393-DC336BA19D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09"/>
    <p:restoredTop sz="93949"/>
  </p:normalViewPr>
  <p:slideViewPr>
    <p:cSldViewPr snapToGrid="0">
      <p:cViewPr>
        <p:scale>
          <a:sx n="100" d="100"/>
          <a:sy n="100" d="100"/>
        </p:scale>
        <p:origin x="904" y="200"/>
      </p:cViewPr>
      <p:guideLst>
        <p:guide orient="horz" pos="31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-2784" y="-108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EB080D-8358-9C4A-BF6C-85EBED410712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CF15CF-47E5-6A48-B866-FAA1ADE5BE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2978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5F9174-45C6-974E-B1D1-976677190D1F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E644BB-4AA9-6C46-86D0-5ECC59FDEA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55091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074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26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1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6105" y="357810"/>
            <a:ext cx="10669812" cy="49861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645901" y="-28574"/>
            <a:ext cx="675217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D0C-58DA-754D-96DF-668AE432F1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86104" y="1005840"/>
            <a:ext cx="10669813" cy="5308600"/>
          </a:xfrm>
          <a:prstGeom prst="rect">
            <a:avLst/>
          </a:prstGeom>
        </p:spPr>
        <p:txBody>
          <a:bodyPr/>
          <a:lstStyle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2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079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70" y="508436"/>
            <a:ext cx="12004431" cy="57150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/>
          <a:lstStyle>
            <a:lvl1pPr marL="173038" indent="-17303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325" indent="-222250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0" y="6019800"/>
            <a:ext cx="12192000" cy="457200"/>
          </a:xfrm>
          <a:prstGeom prst="rect">
            <a:avLst/>
          </a:prstGeom>
          <a:solidFill>
            <a:srgbClr val="F83124"/>
          </a:solidFill>
        </p:spPr>
        <p:txBody>
          <a:bodyPr/>
          <a:lstStyle>
            <a:lvl1pPr marL="0" indent="0" algn="ctr">
              <a:buNone/>
              <a:defRPr sz="2000" b="1" i="1" baseline="0">
                <a:solidFill>
                  <a:schemeClr val="bg1"/>
                </a:solidFill>
                <a:latin typeface="Arial Black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378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9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5052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 spc="-15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30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4570" y="357810"/>
            <a:ext cx="10507948" cy="49861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14568" y="1005840"/>
            <a:ext cx="10507947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FC1E5D37-8D63-EA40-A83B-B2B3144548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50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14572" y="357810"/>
            <a:ext cx="10499919" cy="4986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2"/>
          </p:nvPr>
        </p:nvSpPr>
        <p:spPr>
          <a:xfrm>
            <a:off x="714793" y="1005840"/>
            <a:ext cx="5160304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5"/>
          </p:nvPr>
        </p:nvSpPr>
        <p:spPr>
          <a:xfrm>
            <a:off x="6150445" y="1005840"/>
            <a:ext cx="5064040" cy="53086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F9179EA4-3974-BE44-BAEC-75AB08C74F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90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1666875" y="680402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80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14250" y="364798"/>
            <a:ext cx="10531033" cy="51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2"/>
          </p:nvPr>
        </p:nvSpPr>
        <p:spPr>
          <a:xfrm>
            <a:off x="714241" y="1005841"/>
            <a:ext cx="5172339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6134785" y="1005841"/>
            <a:ext cx="5110491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22"/>
          </p:nvPr>
        </p:nvSpPr>
        <p:spPr>
          <a:xfrm>
            <a:off x="714241" y="3796581"/>
            <a:ext cx="5172339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quarter" idx="23"/>
          </p:nvPr>
        </p:nvSpPr>
        <p:spPr>
          <a:xfrm>
            <a:off x="6134785" y="3796581"/>
            <a:ext cx="5110491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EE4036DE-DE71-014C-968C-F6EEF5D1CA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98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</p:spPr>
        <p:txBody>
          <a:bodyPr/>
          <a:lstStyle>
            <a:lvl1pPr>
              <a:defRPr sz="2800" b="0" i="0">
                <a:latin typeface="Honeywell Sans Medium" charset="0"/>
                <a:ea typeface="Honeywell Sans Medium" charset="0"/>
                <a:cs typeface="Honeywell Sans Medium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56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267345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0480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 lIns="91429" tIns="45715" rIns="91429" bIns="45715"/>
          <a:lstStyle>
            <a:lvl1pPr marL="173018" indent="-17301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261" indent="-222224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marL="800009" lvl="1" indent="-176193" algn="l" defTabSz="914296" rtl="0" eaLnBrk="0" latinLnBrk="0" hangingPunct="0">
              <a:spcBef>
                <a:spcPts val="900"/>
              </a:spcBef>
              <a:buClr>
                <a:srgbClr val="00B050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2038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ound Single Corner Rectangle 5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09621" y="364015"/>
            <a:ext cx="10491779" cy="5118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2"/>
          </p:nvPr>
        </p:nvSpPr>
        <p:spPr>
          <a:xfrm>
            <a:off x="709621" y="1005463"/>
            <a:ext cx="10491779" cy="5075237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ADCFD273-3BA9-0844-8544-A4EE6CAE2C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556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ound Single Corner Rectangle 6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056188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09" y="357192"/>
            <a:ext cx="10480347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2"/>
          </p:nvPr>
        </p:nvSpPr>
        <p:spPr>
          <a:xfrm>
            <a:off x="714110" y="1005840"/>
            <a:ext cx="517230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143515" y="1005840"/>
            <a:ext cx="505094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EF5F0A62-F77C-0641-A60D-6B56B0D924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2622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ound Single Corner Rectangle 8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6008688" y="996950"/>
            <a:ext cx="0" cy="5184775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14111" y="364859"/>
            <a:ext cx="10472508" cy="485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"/>
          <p:cNvSpPr>
            <a:spLocks noGrp="1"/>
          </p:cNvSpPr>
          <p:nvPr>
            <p:ph sz="quarter" idx="23"/>
          </p:nvPr>
        </p:nvSpPr>
        <p:spPr>
          <a:xfrm>
            <a:off x="714108" y="3796577"/>
            <a:ext cx="5165333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ontent Placeholder 4"/>
          <p:cNvSpPr>
            <a:spLocks noGrp="1"/>
          </p:cNvSpPr>
          <p:nvPr>
            <p:ph sz="quarter" idx="24"/>
          </p:nvPr>
        </p:nvSpPr>
        <p:spPr>
          <a:xfrm>
            <a:off x="6123491" y="3796577"/>
            <a:ext cx="5063135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Placeholder 4"/>
          <p:cNvSpPr>
            <a:spLocks noGrp="1"/>
          </p:cNvSpPr>
          <p:nvPr>
            <p:ph sz="quarter" idx="12"/>
          </p:nvPr>
        </p:nvSpPr>
        <p:spPr>
          <a:xfrm>
            <a:off x="714108" y="1005841"/>
            <a:ext cx="5165333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Content Placeholder 4"/>
          <p:cNvSpPr>
            <a:spLocks noGrp="1"/>
          </p:cNvSpPr>
          <p:nvPr>
            <p:ph sz="quarter" idx="25"/>
          </p:nvPr>
        </p:nvSpPr>
        <p:spPr>
          <a:xfrm>
            <a:off x="6123491" y="1005841"/>
            <a:ext cx="5063135" cy="2624429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1F4DDCF1-86F2-EE49-BE3C-309AC80937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053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 W/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ound Single Corner Rectangle 4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2" y="357192"/>
            <a:ext cx="10455164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0E3C6540-DC68-5745-8920-98AA773043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754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3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2" y="5960249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01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0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213" y="1973263"/>
            <a:ext cx="3644900" cy="366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9" descr="Picture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75"/>
            <a:ext cx="4624388" cy="5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2" descr="Picture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-15875"/>
            <a:ext cx="7424737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3" descr="Picture3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88" y="1973263"/>
            <a:ext cx="3668712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4" descr="Picture5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4052888"/>
            <a:ext cx="3659187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08700"/>
            <a:ext cx="189547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4" descr="Corner-01 copy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0" r:id="rId1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 descr="ATail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1525" cy="607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5" descr="Corner-01 copy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6" descr="\\localhost\Volumes\DMS-Server\Clients\Honeywell PPT \Honeywell - Freestanding Logos\Honeywell - Freestanding Logo RGB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 userDrawn="1"/>
        </p:nvSpPr>
        <p:spPr>
          <a:xfrm>
            <a:off x="5005388" y="1717675"/>
            <a:ext cx="1824037" cy="833438"/>
          </a:xfrm>
          <a:prstGeom prst="rect">
            <a:avLst/>
          </a:prstGeom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</a:rPr>
              <a:t>HUE</a:t>
            </a:r>
          </a:p>
        </p:txBody>
      </p:sp>
      <p:sp>
        <p:nvSpPr>
          <p:cNvPr id="2" name="Donut 1"/>
          <p:cNvSpPr/>
          <p:nvPr userDrawn="1"/>
        </p:nvSpPr>
        <p:spPr>
          <a:xfrm>
            <a:off x="4768850" y="1303338"/>
            <a:ext cx="1281113" cy="1281112"/>
          </a:xfrm>
          <a:prstGeom prst="donut">
            <a:avLst>
              <a:gd name="adj" fmla="val 409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1" r:id="rId1"/>
    <p:sldLayoutId id="2147494090" r:id="rId2"/>
    <p:sldLayoutId id="2147494096" r:id="rId3"/>
    <p:sldLayoutId id="2147494103" r:id="rId4"/>
    <p:sldLayoutId id="2147494104" r:id="rId5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rner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itle Placeholder 1"/>
          <p:cNvSpPr>
            <a:spLocks noGrp="1"/>
          </p:cNvSpPr>
          <p:nvPr>
            <p:ph type="title"/>
          </p:nvPr>
        </p:nvSpPr>
        <p:spPr bwMode="auto">
          <a:xfrm>
            <a:off x="368839" y="340410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2A8CB18A-F66A-0349-9EA4-9C9209B05FC4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125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600" y="6519863"/>
            <a:ext cx="1371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Rectangle 23"/>
          <p:cNvSpPr>
            <a:spLocks noChangeArrowheads="1"/>
          </p:cNvSpPr>
          <p:nvPr/>
        </p:nvSpPr>
        <p:spPr bwMode="auto">
          <a:xfrm>
            <a:off x="1123677" y="6558210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</a:t>
            </a:r>
            <a:r>
              <a:rPr lang="en-US" altLang="en-US" sz="700" dirty="0">
                <a:solidFill>
                  <a:srgbClr val="707070"/>
                </a:solidFill>
              </a:rPr>
              <a:t>All rights reserved.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39" y="6580188"/>
            <a:ext cx="578670" cy="1864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78" r:id="rId1"/>
    <p:sldLayoutId id="2147494082" r:id="rId2"/>
    <p:sldLayoutId id="2147494083" r:id="rId3"/>
    <p:sldLayoutId id="2147494079" r:id="rId4"/>
    <p:sldLayoutId id="2147494098" r:id="rId5"/>
    <p:sldLayoutId id="2147494101" r:id="rId6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400" b="1" i="0" kern="1200" dirty="0">
          <a:solidFill>
            <a:schemeClr val="tx1"/>
          </a:solidFill>
          <a:latin typeface="Honeywell Sans" charset="0"/>
          <a:ea typeface="Honeywell Sans" charset="0"/>
          <a:cs typeface="Honeywell Sans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 descr="16-9 wTKaway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7875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5092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1268" name="Rectangle 23"/>
          <p:cNvSpPr>
            <a:spLocks noChangeArrowheads="1"/>
          </p:cNvSpPr>
          <p:nvPr/>
        </p:nvSpPr>
        <p:spPr bwMode="auto">
          <a:xfrm>
            <a:off x="730250" y="6164263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565D113E-1FDA-DC45-9CDC-9509235C1A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5" r:id="rId1"/>
    <p:sldLayoutId id="2147494086" r:id="rId2"/>
    <p:sldLayoutId id="2147494087" r:id="rId3"/>
    <p:sldLayoutId id="2147494088" r:id="rId4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ATai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9938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4" descr="Corner-01 cop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10063"/>
            <a:ext cx="1219200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99188"/>
            <a:ext cx="190023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9" r:id="rId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Placeholder 4"/>
          <p:cNvSpPr>
            <a:spLocks noGrp="1"/>
          </p:cNvSpPr>
          <p:nvPr>
            <p:ph type="body" sz="quarter" idx="12"/>
          </p:nvPr>
        </p:nvSpPr>
        <p:spPr bwMode="auto">
          <a:xfrm>
            <a:off x="2875598" y="6073775"/>
            <a:ext cx="6616700" cy="250825"/>
          </a:xfrm>
          <a:extLst/>
        </p:spPr>
        <p:txBody>
          <a:bodyPr vert="horz" anchor="ctr"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Web" charset="0"/>
                <a:ea typeface="Honeywell Sans Web" charset="0"/>
                <a:cs typeface="Honeywell Sans Web" charset="0"/>
              </a:rPr>
              <a:t>Usability Test Checklist</a:t>
            </a:r>
          </a:p>
        </p:txBody>
      </p:sp>
      <p:sp>
        <p:nvSpPr>
          <p:cNvPr id="20483" name="Content Placeholder 1"/>
          <p:cNvSpPr>
            <a:spLocks noGrp="1"/>
          </p:cNvSpPr>
          <p:nvPr>
            <p:ph sz="quarter" idx="10"/>
          </p:nvPr>
        </p:nvSpPr>
        <p:spPr bwMode="auto">
          <a:xfrm>
            <a:off x="266700" y="5949950"/>
            <a:ext cx="2482850" cy="236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 dirty="0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Prasad</a:t>
            </a:r>
          </a:p>
        </p:txBody>
      </p:sp>
      <p:sp>
        <p:nvSpPr>
          <p:cNvPr id="20484" name="Text Placeholder 3"/>
          <p:cNvSpPr>
            <a:spLocks noGrp="1"/>
          </p:cNvSpPr>
          <p:nvPr>
            <p:ph type="body" sz="quarter" idx="11"/>
          </p:nvPr>
        </p:nvSpPr>
        <p:spPr bwMode="auto">
          <a:xfrm>
            <a:off x="266700" y="6199188"/>
            <a:ext cx="2482850" cy="249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 dirty="0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Nov 2016</a:t>
            </a:r>
          </a:p>
        </p:txBody>
      </p:sp>
      <p:sp>
        <p:nvSpPr>
          <p:cNvPr id="20485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517313" y="0"/>
            <a:ext cx="674687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6B4F42D-98EE-4A47-AEDA-D0FFDA8DDBEF}" type="slidenum">
              <a:rPr lang="en-US" altLang="en-US" sz="1100">
                <a:solidFill>
                  <a:schemeClr val="bg1"/>
                </a:solidFill>
              </a:rPr>
              <a:pPr eaLnBrk="1" hangingPunct="1"/>
              <a:t>0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Usability Test Checklist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1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3632" y="1987471"/>
            <a:ext cx="5136467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Cambria" charset="0"/>
                <a:cs typeface="Times New Roman" charset="0"/>
              </a:rPr>
              <a:t> 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Write test hypothesis 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Create scenarios and tasks for the test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Recruit participants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Schedule sessions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ambria" charset="0"/>
              <a:ea typeface="Cambria" charset="0"/>
              <a:cs typeface="Times New Roman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023" y="1255449"/>
            <a:ext cx="214033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Pre-test 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2739" y="1255449"/>
            <a:ext cx="5486400" cy="457200"/>
          </a:xfrm>
          <a:prstGeom prst="rect">
            <a:avLst/>
          </a:prstGeom>
          <a:solidFill>
            <a:schemeClr val="accent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Pre-test activities</a:t>
            </a:r>
          </a:p>
        </p:txBody>
      </p:sp>
    </p:spTree>
    <p:extLst>
      <p:ext uri="{BB962C8B-B14F-4D97-AF65-F5344CB8AC3E}">
        <p14:creationId xmlns:p14="http://schemas.microsoft.com/office/powerpoint/2010/main" val="102665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Usability Test Checklist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2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8023" y="1255449"/>
            <a:ext cx="214033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Pre-test 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2739" y="1255449"/>
            <a:ext cx="5486400" cy="457200"/>
          </a:xfrm>
          <a:prstGeom prst="rect">
            <a:avLst/>
          </a:prstGeom>
          <a:solidFill>
            <a:schemeClr val="accent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dirty="0">
                <a:solidFill>
                  <a:schemeClr val="bg1"/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Before each session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020" y="1983652"/>
            <a:ext cx="5384144" cy="329320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Make sure you know the name of the participant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18034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Print out “Task and scenarios” for participant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18034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Make sure you have two pens (one for you, one for participant)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  <a:buSzPts val="2200"/>
              <a:tabLst>
                <a:tab pos="0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oneywell Sans Web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Check if your recording software works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Check if you have your Ethernet cable connected and Wi-Fi set up as a backup option for Internet Connection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62818" y="1983652"/>
            <a:ext cx="4850410" cy="35394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Check mouse and keyboard (set them to default settings)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If you’re using a laptop – connect it to the power source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Make sure that you don’t have any customized keyboard shortcuts turned on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Turn off any unnecessary software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Open the web browser (if used) on a neutral page (e.g. Google)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47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Usability Test Checklist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3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3632" y="1191719"/>
            <a:ext cx="214033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Pre-test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739" y="1688375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bg1"/>
                </a:solidFill>
                <a:latin typeface="Honeywell Sans Web" charset="0"/>
              </a:rPr>
              <a:t>Pre-test activities</a:t>
            </a:r>
            <a:endParaRPr lang="en-US" b="1" dirty="0">
              <a:solidFill>
                <a:schemeClr val="bg1"/>
              </a:solidFill>
              <a:latin typeface="Helvetica Neue Light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2739" y="1255449"/>
            <a:ext cx="5486400" cy="457200"/>
          </a:xfrm>
          <a:prstGeom prst="rect">
            <a:avLst/>
          </a:prstGeom>
          <a:solidFill>
            <a:schemeClr val="accent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dirty="0">
                <a:solidFill>
                  <a:schemeClr val="bg1"/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After each 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738" y="1966649"/>
            <a:ext cx="6623561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Cambria" charset="0"/>
                <a:cs typeface="Times New Roman" charset="0"/>
              </a:rPr>
              <a:t> 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Make sure you have all the documents signed</a:t>
            </a:r>
          </a:p>
          <a:p>
            <a:pPr marL="18034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Make a backup copy of the recording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 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Debrief with the team to  analyze the testing as soon as possible </a:t>
            </a: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oneywell Sans Web" charset="0"/>
              <a:ea typeface="ＭＳ 明朝" charset="-128"/>
              <a:cs typeface="Times New Roman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Web" charset="0"/>
                <a:ea typeface="ＭＳ 明朝" charset="-128"/>
                <a:cs typeface="Times New Roman" charset="0"/>
              </a:rPr>
              <a:t>Correct the prototype if something hindering the test</a:t>
            </a: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charset="2"/>
              <a:buChar char=""/>
              <a:tabLst>
                <a:tab pos="0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oneywell Sans Web" charset="0"/>
              <a:ea typeface="ＭＳ 明朝" charset="-128"/>
              <a:cs typeface="Times New Roman" charset="0"/>
            </a:endParaRPr>
          </a:p>
          <a:p>
            <a:pPr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tabLst>
                <a:tab pos="0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elvetica Neue" charset="0"/>
              <a:ea typeface="ＭＳ 明朝" charset="-128"/>
              <a:cs typeface="Times New Roman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ambria" charset="0"/>
              <a:ea typeface="Cambria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1247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HUE Overview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E93590D-DE32-7E41-83F0-9F0A8EFB44B5}"/>
    </a:ext>
  </a:extLst>
</a:theme>
</file>

<file path=ppt/theme/theme2.xml><?xml version="1.0" encoding="utf-8"?>
<a:theme xmlns:a="http://schemas.openxmlformats.org/drawingml/2006/main" name="Honeywell Single Image Cover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8B3562B-CF69-AB42-A5A2-1E0A29CED889}"/>
    </a:ext>
  </a:extLst>
</a:theme>
</file>

<file path=ppt/theme/theme3.xml><?xml version="1.0" encoding="utf-8"?>
<a:theme xmlns:a="http://schemas.openxmlformats.org/drawingml/2006/main" name="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622A9A6-0BFA-C441-BD7B-7CE6A044E240}"/>
    </a:ext>
  </a:extLst>
</a:theme>
</file>

<file path=ppt/theme/theme4.xml><?xml version="1.0" encoding="utf-8"?>
<a:theme xmlns:a="http://schemas.openxmlformats.org/drawingml/2006/main" name="1_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3ED0FC25-E379-3149-BA08-294511981F51}"/>
    </a:ext>
  </a:extLst>
</a:theme>
</file>

<file path=ppt/theme/theme5.xml><?xml version="1.0" encoding="utf-8"?>
<a:theme xmlns:a="http://schemas.openxmlformats.org/drawingml/2006/main" name="1_Honeywell Single Image Cover">
  <a:themeElements>
    <a:clrScheme name="Honeywell Branded Colors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000000"/>
      </a:accent1>
      <a:accent2>
        <a:srgbClr val="707070"/>
      </a:accent2>
      <a:accent3>
        <a:srgbClr val="E1261C"/>
      </a:accent3>
      <a:accent4>
        <a:srgbClr val="F37021"/>
      </a:accent4>
      <a:accent5>
        <a:srgbClr val="FFC627"/>
      </a:accent5>
      <a:accent6>
        <a:srgbClr val="1792E5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8E944E06-72BD-0440-A1D1-44F548CF8B9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EAEF24CE16714DBFF89EBB24D23B04" ma:contentTypeVersion="8" ma:contentTypeDescription="Create a new document." ma:contentTypeScope="" ma:versionID="fa174c6afff32858f53b06cc5e25cc73">
  <xsd:schema xmlns:xsd="http://www.w3.org/2001/XMLSchema" xmlns:xs="http://www.w3.org/2001/XMLSchema" xmlns:p="http://schemas.microsoft.com/office/2006/metadata/properties" xmlns:ns2="4c1981db-d8fb-4ca3-9d14-523ffc40b38c" xmlns:ns3="6ea289bd-17f2-459a-993b-2af49462c21e" targetNamespace="http://schemas.microsoft.com/office/2006/metadata/properties" ma:root="true" ma:fieldsID="bc283a575266b0a8c5b580b2751d02af" ns2:_="" ns3:_="">
    <xsd:import namespace="4c1981db-d8fb-4ca3-9d14-523ffc40b38c"/>
    <xsd:import namespace="6ea289bd-17f2-459a-993b-2af49462c2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981db-d8fb-4ca3-9d14-523ffc40b38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289bd-17f2-459a-993b-2af49462c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D8F5B1-6215-4252-B486-CF616EE214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1981db-d8fb-4ca3-9d14-523ffc40b38c"/>
    <ds:schemaRef ds:uri="6ea289bd-17f2-459a-993b-2af49462c2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EF7DBE-FC95-43A3-AB1A-3A98828892F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0604EE2-E0B6-4258-8C1B-360C5962FC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Honeywell Widescreen</Template>
  <TotalTime>5104</TotalTime>
  <Words>56</Words>
  <Application>Microsoft Office PowerPoint</Application>
  <PresentationFormat>Widescreen</PresentationFormat>
  <Paragraphs>52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HUE Overview</vt:lpstr>
      <vt:lpstr>Honeywell Single Image Cover</vt:lpstr>
      <vt:lpstr>Honeywell Theme</vt:lpstr>
      <vt:lpstr>1_Honeywell Theme</vt:lpstr>
      <vt:lpstr>1_Honeywell Single Image Cover</vt:lpstr>
      <vt:lpstr>PowerPoint Presentation</vt:lpstr>
      <vt:lpstr>Usability Test Checklist</vt:lpstr>
      <vt:lpstr>Usability Test Checklist</vt:lpstr>
      <vt:lpstr>Usability Test Checklist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Dungey, David</dc:creator>
  <cp:lastModifiedBy>Boominathan, Prasad</cp:lastModifiedBy>
  <cp:revision>135</cp:revision>
  <cp:lastPrinted>2015-07-29T21:30:37Z</cp:lastPrinted>
  <dcterms:created xsi:type="dcterms:W3CDTF">2016-03-25T02:45:32Z</dcterms:created>
  <dcterms:modified xsi:type="dcterms:W3CDTF">2018-07-11T18:01:31Z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0x010100DDEAEF24CE16714DBFF89EBB24D23B04</vt:lpwstr>
  </property>
  <property fmtid="{D5CDD505-2E9C-101B-9397-08002B2CF9AE}" pid="3" name="Source">
    <vt:lpwstr>8f9874da50388e0acb1f5bab1b4b753b</vt:lpwstr>
  </property>
</Properties>
</file>