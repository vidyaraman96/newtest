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4"/>
    <p:sldMasterId id="2147493480" r:id="rId5"/>
    <p:sldMasterId id="2147493455" r:id="rId6"/>
    <p:sldMasterId id="2147493521" r:id="rId7"/>
    <p:sldMasterId id="2147493600" r:id="rId8"/>
  </p:sldMasterIdLst>
  <p:notesMasterIdLst>
    <p:notesMasterId r:id="rId12"/>
  </p:notesMasterIdLst>
  <p:handoutMasterIdLst>
    <p:handoutMasterId r:id="rId13"/>
  </p:handoutMasterIdLst>
  <p:sldIdLst>
    <p:sldId id="507" r:id="rId9"/>
    <p:sldId id="589" r:id="rId10"/>
    <p:sldId id="587" r:id="rId11"/>
  </p:sldIdLst>
  <p:sldSz cx="12192000" cy="6858000"/>
  <p:notesSz cx="7023100" cy="9309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ngey, David" initials="DD" lastIdx="2" clrIdx="0">
    <p:extLst/>
  </p:cmAuthor>
  <p:cmAuthor id="2" name="Dungey, David" initials="DD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7D971"/>
    <a:srgbClr val="595959"/>
    <a:srgbClr val="7F7F7F"/>
    <a:srgbClr val="E71D1D"/>
    <a:srgbClr val="EB2819"/>
    <a:srgbClr val="E4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3981"/>
  </p:normalViewPr>
  <p:slideViewPr>
    <p:cSldViewPr snapToGrid="0">
      <p:cViewPr varScale="1">
        <p:scale>
          <a:sx n="95" d="100"/>
          <a:sy n="95" d="100"/>
        </p:scale>
        <p:origin x="726" y="78"/>
      </p:cViewPr>
      <p:guideLst>
        <p:guide orient="horz" pos="31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-2784" y="-108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EB080D-8358-9C4A-BF6C-85EBED410712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CF15CF-47E5-6A48-B866-FAA1ADE5B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978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5F9174-45C6-974E-B1D1-976677190D1F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E644BB-4AA9-6C46-86D0-5ECC59FDE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091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074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3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2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6105" y="357810"/>
            <a:ext cx="10669812" cy="49861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645901" y="-28574"/>
            <a:ext cx="675217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D0C-58DA-754D-96DF-668AE432F1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86104" y="1005840"/>
            <a:ext cx="10669813" cy="5308600"/>
          </a:xfrm>
          <a:prstGeom prst="rect">
            <a:avLst/>
          </a:prstGeom>
        </p:spPr>
        <p:txBody>
          <a:bodyPr/>
          <a:lstStyle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70" y="508436"/>
            <a:ext cx="12004431" cy="57150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/>
          <a:lstStyle>
            <a:lvl1pPr marL="173038" indent="-17303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325" indent="-222250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457200"/>
          </a:xfrm>
          <a:prstGeom prst="rect">
            <a:avLst/>
          </a:prstGeom>
          <a:solidFill>
            <a:srgbClr val="F83124"/>
          </a:solidFill>
        </p:spPr>
        <p:txBody>
          <a:bodyPr/>
          <a:lstStyle>
            <a:lvl1pPr marL="0" indent="0" algn="ctr">
              <a:buNone/>
              <a:defRPr sz="2000" b="1" i="1" baseline="0">
                <a:solidFill>
                  <a:schemeClr val="bg1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7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9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5052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 spc="-15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0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70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FC1E5D37-8D63-EA40-A83B-B2B3144548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50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72" y="357810"/>
            <a:ext cx="10499919" cy="4986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2"/>
          </p:nvPr>
        </p:nvSpPr>
        <p:spPr>
          <a:xfrm>
            <a:off x="714793" y="1005840"/>
            <a:ext cx="5160304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5"/>
          </p:nvPr>
        </p:nvSpPr>
        <p:spPr>
          <a:xfrm>
            <a:off x="6150445" y="1005840"/>
            <a:ext cx="5064040" cy="53086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179EA4-3974-BE44-BAEC-75AB08C74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90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1666875" y="68040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5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714241" y="1005841"/>
            <a:ext cx="5172339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6134785" y="1005841"/>
            <a:ext cx="5110491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22"/>
          </p:nvPr>
        </p:nvSpPr>
        <p:spPr>
          <a:xfrm>
            <a:off x="714241" y="3796581"/>
            <a:ext cx="5172339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23"/>
          </p:nvPr>
        </p:nvSpPr>
        <p:spPr>
          <a:xfrm>
            <a:off x="6134785" y="3796581"/>
            <a:ext cx="5110491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EE4036DE-DE71-014C-968C-F6EEF5D1C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98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</p:spPr>
        <p:txBody>
          <a:bodyPr/>
          <a:lstStyle>
            <a:lvl1pPr>
              <a:defRPr sz="2800" b="0" i="0">
                <a:latin typeface="Honeywell Sans Medium" charset="0"/>
                <a:ea typeface="Honeywell Sans Medium" charset="0"/>
                <a:cs typeface="Honeywell Sans Medium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5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26734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0480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 lIns="91429" tIns="45715" rIns="91429" bIns="45715"/>
          <a:lstStyle>
            <a:lvl1pPr marL="173018" indent="-17301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261" indent="-222224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800009" lvl="1" indent="-176193" algn="l" defTabSz="914296" rtl="0" eaLnBrk="0" latinLnBrk="0" hangingPunct="0">
              <a:spcBef>
                <a:spcPts val="900"/>
              </a:spcBef>
              <a:buClr>
                <a:srgbClr val="00B050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038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09621" y="364015"/>
            <a:ext cx="10491779" cy="5118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/>
          </p:nvPr>
        </p:nvSpPr>
        <p:spPr>
          <a:xfrm>
            <a:off x="709621" y="1005463"/>
            <a:ext cx="10491779" cy="5075237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DCFD273-3BA9-0844-8544-A4EE6CAE2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6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 Single Corner Rectangle 6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056188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9" y="357192"/>
            <a:ext cx="10480347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714110" y="1005840"/>
            <a:ext cx="517230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143515" y="1005840"/>
            <a:ext cx="505094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F5F0A62-F77C-0641-A60D-6B56B0D92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622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 Single Corner Rectangle 8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11" y="364859"/>
            <a:ext cx="10472508" cy="485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91" y="3796577"/>
            <a:ext cx="5063135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91" y="1005841"/>
            <a:ext cx="5063135" cy="2624429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1F4DDCF1-86F2-EE49-BE3C-309AC80937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 W/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 Single Corner Rectangle 4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2" y="357192"/>
            <a:ext cx="10455164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E3C6540-DC68-5745-8920-98AA7730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754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3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2" y="5960249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01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0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13" y="1973263"/>
            <a:ext cx="3644900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9" descr="Pictur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4624388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2" descr="Picture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-15875"/>
            <a:ext cx="74247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Picture3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973263"/>
            <a:ext cx="3668712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Picture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4052888"/>
            <a:ext cx="36591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08700"/>
            <a:ext cx="1895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4" descr="Corner-01 copy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0" r:id="rId1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Tail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15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5" descr="Corner-01 copy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\\localhost\Volumes\DMS-Server\Clients\Honeywell PPT \Honeywell - Freestanding Logos\Honeywell - Freestanding Logo RGB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 userDrawn="1"/>
        </p:nvSpPr>
        <p:spPr>
          <a:xfrm>
            <a:off x="5005388" y="1717675"/>
            <a:ext cx="1824037" cy="833438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</a:rPr>
              <a:t>HUE</a:t>
            </a:r>
          </a:p>
        </p:txBody>
      </p:sp>
      <p:sp>
        <p:nvSpPr>
          <p:cNvPr id="2" name="Donut 1"/>
          <p:cNvSpPr/>
          <p:nvPr userDrawn="1"/>
        </p:nvSpPr>
        <p:spPr>
          <a:xfrm>
            <a:off x="4768850" y="1303338"/>
            <a:ext cx="1281113" cy="1281112"/>
          </a:xfrm>
          <a:prstGeom prst="donut">
            <a:avLst>
              <a:gd name="adj" fmla="val 40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1" r:id="rId1"/>
    <p:sldLayoutId id="2147494090" r:id="rId2"/>
    <p:sldLayoutId id="2147494096" r:id="rId3"/>
    <p:sldLayoutId id="2147494103" r:id="rId4"/>
    <p:sldLayoutId id="2147494104" r:id="rId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ner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Placeholder 1"/>
          <p:cNvSpPr>
            <a:spLocks noGrp="1"/>
          </p:cNvSpPr>
          <p:nvPr>
            <p:ph type="title"/>
          </p:nvPr>
        </p:nvSpPr>
        <p:spPr bwMode="auto">
          <a:xfrm>
            <a:off x="368839" y="340410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2A8CB18A-F66A-0349-9EA4-9C9209B05FC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5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1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23"/>
          <p:cNvSpPr>
            <a:spLocks noChangeArrowheads="1"/>
          </p:cNvSpPr>
          <p:nvPr/>
        </p:nvSpPr>
        <p:spPr bwMode="auto">
          <a:xfrm>
            <a:off x="1123677" y="6558210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</a:t>
            </a:r>
            <a:r>
              <a:rPr lang="en-US" altLang="en-US" sz="700" dirty="0">
                <a:solidFill>
                  <a:srgbClr val="707070"/>
                </a:solidFill>
              </a:rPr>
              <a:t>All rights reserved.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9" y="6580188"/>
            <a:ext cx="578670" cy="1864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78" r:id="rId1"/>
    <p:sldLayoutId id="2147494082" r:id="rId2"/>
    <p:sldLayoutId id="2147494083" r:id="rId3"/>
    <p:sldLayoutId id="2147494079" r:id="rId4"/>
    <p:sldLayoutId id="2147494098" r:id="rId5"/>
    <p:sldLayoutId id="2147494101" r:id="rId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400" b="1" i="0" kern="1200" dirty="0">
          <a:solidFill>
            <a:schemeClr val="tx1"/>
          </a:solidFill>
          <a:latin typeface="Honeywell Sans" charset="0"/>
          <a:ea typeface="Honeywell Sans" charset="0"/>
          <a:cs typeface="Honeywell Sans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 descr="16-9 wTKawa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7875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509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730250" y="6164263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565D113E-1FDA-DC45-9CDC-9509235C1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5" r:id="rId1"/>
    <p:sldLayoutId id="2147494086" r:id="rId2"/>
    <p:sldLayoutId id="2147494087" r:id="rId3"/>
    <p:sldLayoutId id="2147494088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Tai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993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Corner-01 cop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0063"/>
            <a:ext cx="121920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99188"/>
            <a:ext cx="1900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9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Placeholder 5"/>
          <p:cNvSpPr>
            <a:spLocks noGrp="1"/>
          </p:cNvSpPr>
          <p:nvPr>
            <p:ph type="body" sz="quarter" idx="13"/>
          </p:nvPr>
        </p:nvSpPr>
        <p:spPr bwMode="auto">
          <a:xfrm>
            <a:off x="2865438" y="6223000"/>
            <a:ext cx="6616700" cy="25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Template</a:t>
            </a:r>
          </a:p>
        </p:txBody>
      </p:sp>
      <p:sp>
        <p:nvSpPr>
          <p:cNvPr id="20482" name="Text Placeholder 4"/>
          <p:cNvSpPr>
            <a:spLocks noGrp="1"/>
          </p:cNvSpPr>
          <p:nvPr>
            <p:ph type="body" sz="quarter" idx="12"/>
          </p:nvPr>
        </p:nvSpPr>
        <p:spPr bwMode="auto">
          <a:xfrm>
            <a:off x="2865438" y="5959475"/>
            <a:ext cx="6616700" cy="250825"/>
          </a:xfrm>
          <a:extLst/>
        </p:spPr>
        <p:txBody>
          <a:bodyPr vert="horz" anchor="ctr"/>
          <a:lstStyle/>
          <a:p>
            <a:r>
              <a:rPr lang="en-US" altLang="en-US" dirty="0">
                <a:latin typeface="Honeywell Sans" charset="0"/>
                <a:ea typeface="Honeywell Sans" charset="0"/>
                <a:cs typeface="Honeywell Sans" charset="0"/>
              </a:rPr>
              <a:t>Experience diagramming</a:t>
            </a:r>
          </a:p>
        </p:txBody>
      </p:sp>
      <p:sp>
        <p:nvSpPr>
          <p:cNvPr id="20483" name="Content Placeholder 1"/>
          <p:cNvSpPr>
            <a:spLocks noGrp="1"/>
          </p:cNvSpPr>
          <p:nvPr>
            <p:ph sz="quarter" idx="10"/>
          </p:nvPr>
        </p:nvSpPr>
        <p:spPr bwMode="auto">
          <a:xfrm>
            <a:off x="266700" y="5949950"/>
            <a:ext cx="2482850" cy="236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Avinash Shrivastava</a:t>
            </a:r>
          </a:p>
        </p:txBody>
      </p:sp>
      <p:sp>
        <p:nvSpPr>
          <p:cNvPr id="20484" name="Text Placeholder 3"/>
          <p:cNvSpPr>
            <a:spLocks noGrp="1"/>
          </p:cNvSpPr>
          <p:nvPr>
            <p:ph type="body" sz="quarter" idx="11"/>
          </p:nvPr>
        </p:nvSpPr>
        <p:spPr bwMode="auto">
          <a:xfrm>
            <a:off x="266700" y="6199188"/>
            <a:ext cx="2482850" cy="24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Nov 2016</a:t>
            </a:r>
          </a:p>
        </p:txBody>
      </p:sp>
      <p:sp>
        <p:nvSpPr>
          <p:cNvPr id="2048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517313" y="0"/>
            <a:ext cx="67468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6B4F42D-98EE-4A47-AEDA-D0FFDA8DDBEF}" type="slidenum">
              <a:rPr lang="en-US" altLang="en-US" sz="1100">
                <a:solidFill>
                  <a:schemeClr val="bg1"/>
                </a:solidFill>
              </a:rPr>
              <a:pPr eaLnBrk="1" hangingPunct="1"/>
              <a:t>0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dirty="0"/>
              <a:t>Experience Diagramming Template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1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Pentagon 145"/>
          <p:cNvSpPr/>
          <p:nvPr/>
        </p:nvSpPr>
        <p:spPr>
          <a:xfrm>
            <a:off x="2287149" y="1070813"/>
            <a:ext cx="2094352" cy="313487"/>
          </a:xfrm>
          <a:prstGeom prst="homePlate">
            <a:avLst/>
          </a:prstGeom>
          <a:solidFill>
            <a:srgbClr val="F17029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200" b="1" dirty="0">
                <a:latin typeface="Honeywell Sans" charset="0"/>
                <a:ea typeface="Honeywell Sans" charset="0"/>
                <a:cs typeface="Honeywell Sans" charset="0"/>
              </a:rPr>
              <a:t>Stage 1</a:t>
            </a:r>
          </a:p>
        </p:txBody>
      </p:sp>
      <p:sp>
        <p:nvSpPr>
          <p:cNvPr id="147" name="Chevron 146"/>
          <p:cNvSpPr/>
          <p:nvPr/>
        </p:nvSpPr>
        <p:spPr>
          <a:xfrm>
            <a:off x="4252181" y="1070813"/>
            <a:ext cx="2440719" cy="313487"/>
          </a:xfrm>
          <a:prstGeom prst="chevron">
            <a:avLst/>
          </a:prstGeom>
          <a:solidFill>
            <a:srgbClr val="1B74B0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200" b="1" dirty="0">
                <a:latin typeface="Honeywell Sans" charset="0"/>
                <a:ea typeface="Honeywell Sans" charset="0"/>
                <a:cs typeface="Honeywell Sans" charset="0"/>
              </a:rPr>
              <a:t>Stage 2</a:t>
            </a:r>
          </a:p>
        </p:txBody>
      </p:sp>
      <p:sp>
        <p:nvSpPr>
          <p:cNvPr id="148" name="Chevron 147"/>
          <p:cNvSpPr/>
          <p:nvPr/>
        </p:nvSpPr>
        <p:spPr>
          <a:xfrm>
            <a:off x="6568437" y="1070813"/>
            <a:ext cx="2524764" cy="313487"/>
          </a:xfrm>
          <a:prstGeom prst="chevron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200" b="1" dirty="0">
                <a:latin typeface="Honeywell Sans" charset="0"/>
                <a:ea typeface="Honeywell Sans" charset="0"/>
                <a:cs typeface="Honeywell Sans" charset="0"/>
              </a:rPr>
              <a:t>Stage 3</a:t>
            </a:r>
          </a:p>
        </p:txBody>
      </p:sp>
      <p:sp>
        <p:nvSpPr>
          <p:cNvPr id="149" name="Chevron 148"/>
          <p:cNvSpPr/>
          <p:nvPr/>
        </p:nvSpPr>
        <p:spPr>
          <a:xfrm>
            <a:off x="8967524" y="1070813"/>
            <a:ext cx="2536142" cy="313487"/>
          </a:xfrm>
          <a:prstGeom prst="chevron">
            <a:avLst/>
          </a:prstGeom>
          <a:solidFill>
            <a:srgbClr val="80B24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200" b="1" dirty="0">
                <a:latin typeface="Honeywell Sans" charset="0"/>
                <a:ea typeface="Honeywell Sans" charset="0"/>
                <a:cs typeface="Honeywell Sans" charset="0"/>
              </a:rPr>
              <a:t>Stage 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8348" y="1070813"/>
            <a:ext cx="1828800" cy="299199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STAGES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8348" y="1384300"/>
            <a:ext cx="1828800" cy="299200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PROCESS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H="1">
            <a:off x="4413154" y="1337033"/>
            <a:ext cx="9110" cy="2885836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flipH="1">
            <a:off x="6697663" y="1337033"/>
            <a:ext cx="1" cy="2905584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9093201" y="1384300"/>
            <a:ext cx="0" cy="2858317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11490967" y="1337033"/>
            <a:ext cx="12699" cy="289316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2791468" y="1516061"/>
            <a:ext cx="923283" cy="298422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1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Honeywell Sans" charset="0"/>
              <a:ea typeface="Honeywell Sans" charset="0"/>
              <a:cs typeface="Honeywell Sans" charset="0"/>
            </a:endParaRPr>
          </a:p>
        </p:txBody>
      </p:sp>
      <p:cxnSp>
        <p:nvCxnSpPr>
          <p:cNvPr id="159" name="Straight Arrow Connector 158"/>
          <p:cNvCxnSpPr>
            <a:stCxn id="158" idx="2"/>
          </p:cNvCxnSpPr>
          <p:nvPr/>
        </p:nvCxnSpPr>
        <p:spPr>
          <a:xfrm>
            <a:off x="3253110" y="1814483"/>
            <a:ext cx="0" cy="303684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2791468" y="2120127"/>
            <a:ext cx="923283" cy="287088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2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91468" y="2724912"/>
            <a:ext cx="923284" cy="307779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2</a:t>
            </a:r>
          </a:p>
        </p:txBody>
      </p:sp>
      <p:cxnSp>
        <p:nvCxnSpPr>
          <p:cNvPr id="162" name="Straight Arrow Connector 161"/>
          <p:cNvCxnSpPr/>
          <p:nvPr/>
        </p:nvCxnSpPr>
        <p:spPr>
          <a:xfrm>
            <a:off x="3259138" y="2403099"/>
            <a:ext cx="0" cy="301423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5064125" y="1556962"/>
            <a:ext cx="960438" cy="257522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4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Honeywell Sans" charset="0"/>
              <a:ea typeface="Honeywell Sans" charset="0"/>
              <a:cs typeface="Honeywell Sans" charset="0"/>
            </a:endParaRPr>
          </a:p>
        </p:txBody>
      </p:sp>
      <p:cxnSp>
        <p:nvCxnSpPr>
          <p:cNvPr id="164" name="Elbow Connector 163"/>
          <p:cNvCxnSpPr>
            <a:stCxn id="161" idx="3"/>
            <a:endCxn id="163" idx="1"/>
          </p:cNvCxnSpPr>
          <p:nvPr/>
        </p:nvCxnSpPr>
        <p:spPr>
          <a:xfrm flipV="1">
            <a:off x="3714752" y="1685723"/>
            <a:ext cx="1349373" cy="1193079"/>
          </a:xfrm>
          <a:prstGeom prst="bentConnector3">
            <a:avLst>
              <a:gd name="adj1" fmla="val 61151"/>
            </a:avLst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5064125" y="2418945"/>
            <a:ext cx="960437" cy="285577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5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5565130" y="1837155"/>
            <a:ext cx="0" cy="565944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7110463" y="2224231"/>
            <a:ext cx="1620838" cy="716509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6</a:t>
            </a:r>
          </a:p>
        </p:txBody>
      </p:sp>
      <p:cxnSp>
        <p:nvCxnSpPr>
          <p:cNvPr id="168" name="Straight Arrow Connector 167"/>
          <p:cNvCxnSpPr/>
          <p:nvPr/>
        </p:nvCxnSpPr>
        <p:spPr>
          <a:xfrm flipV="1">
            <a:off x="6024562" y="2561733"/>
            <a:ext cx="1088707" cy="1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9754035" y="1498879"/>
            <a:ext cx="923544" cy="301752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7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757284" y="2133982"/>
            <a:ext cx="923544" cy="301752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8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73823" y="2746050"/>
            <a:ext cx="923544" cy="301752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9</a:t>
            </a:r>
          </a:p>
        </p:txBody>
      </p:sp>
      <p:cxnSp>
        <p:nvCxnSpPr>
          <p:cNvPr id="172" name="Elbow Connector 171"/>
          <p:cNvCxnSpPr>
            <a:endCxn id="169" idx="1"/>
          </p:cNvCxnSpPr>
          <p:nvPr/>
        </p:nvCxnSpPr>
        <p:spPr>
          <a:xfrm flipV="1">
            <a:off x="8728849" y="1649755"/>
            <a:ext cx="1025186" cy="964356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9773823" y="3410358"/>
            <a:ext cx="923544" cy="301752"/>
          </a:xfrm>
          <a:prstGeom prst="rect">
            <a:avLst/>
          </a:prstGeom>
          <a:noFill/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Step 9</a:t>
            </a:r>
          </a:p>
        </p:txBody>
      </p:sp>
      <p:cxnSp>
        <p:nvCxnSpPr>
          <p:cNvPr id="174" name="Straight Arrow Connector 173"/>
          <p:cNvCxnSpPr/>
          <p:nvPr/>
        </p:nvCxnSpPr>
        <p:spPr>
          <a:xfrm>
            <a:off x="10235595" y="1810521"/>
            <a:ext cx="0" cy="307646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>
            <a:off x="10235595" y="2426621"/>
            <a:ext cx="0" cy="298291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/>
          <p:cNvCxnSpPr/>
          <p:nvPr/>
        </p:nvCxnSpPr>
        <p:spPr>
          <a:xfrm>
            <a:off x="10235595" y="3047802"/>
            <a:ext cx="0" cy="362556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ectangle 201"/>
          <p:cNvSpPr/>
          <p:nvPr/>
        </p:nvSpPr>
        <p:spPr>
          <a:xfrm>
            <a:off x="1308810" y="2356668"/>
            <a:ext cx="977167" cy="1116514"/>
          </a:xfrm>
          <a:prstGeom prst="rect">
            <a:avLst/>
          </a:prstGeom>
          <a:noFill/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endParaRPr lang="en-US" sz="1000"/>
          </a:p>
        </p:txBody>
      </p:sp>
      <p:sp>
        <p:nvSpPr>
          <p:cNvPr id="203" name="Rectangle 202"/>
          <p:cNvSpPr/>
          <p:nvPr/>
        </p:nvSpPr>
        <p:spPr>
          <a:xfrm>
            <a:off x="1308809" y="1945702"/>
            <a:ext cx="975303" cy="4202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Drag &amp; Drop icons </a:t>
            </a:r>
          </a:p>
        </p:txBody>
      </p:sp>
      <p:pic>
        <p:nvPicPr>
          <p:cNvPr id="204" name="Picture 3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865" y="2425890"/>
            <a:ext cx="197791" cy="215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" name="Picture 3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865" y="3020906"/>
            <a:ext cx="197791" cy="216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" name="Picture 3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58" y="2733657"/>
            <a:ext cx="214205" cy="216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" name="Rectangle 206"/>
          <p:cNvSpPr/>
          <p:nvPr/>
        </p:nvSpPr>
        <p:spPr>
          <a:xfrm>
            <a:off x="1303632" y="2408655"/>
            <a:ext cx="671225" cy="271826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defRPr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Happy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310638" y="2743505"/>
            <a:ext cx="748754" cy="172639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defRPr/>
            </a:pPr>
            <a:r>
              <a:rPr lang="en-US" sz="1000" b="1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Unhappy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1303632" y="3077536"/>
            <a:ext cx="755759" cy="160038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defRPr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Neutral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69209" y="3933122"/>
            <a:ext cx="1802531" cy="292134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TOUCH POINTS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69209" y="3928113"/>
            <a:ext cx="11034457" cy="294756"/>
          </a:xfrm>
          <a:prstGeom prst="rect">
            <a:avLst/>
          </a:prstGeom>
          <a:noFill/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endParaRPr lang="en-US"/>
          </a:p>
        </p:txBody>
      </p:sp>
      <p:pic>
        <p:nvPicPr>
          <p:cNvPr id="215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244" y="3999070"/>
            <a:ext cx="180459" cy="179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617" y="3991597"/>
            <a:ext cx="209275" cy="20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127" y="3983863"/>
            <a:ext cx="189754" cy="191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8" name="Rectangle 217"/>
          <p:cNvSpPr/>
          <p:nvPr/>
        </p:nvSpPr>
        <p:spPr>
          <a:xfrm>
            <a:off x="3158331" y="3997417"/>
            <a:ext cx="765175" cy="180850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Print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325539" y="3998058"/>
            <a:ext cx="770492" cy="149463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Hotspot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459004" y="3967741"/>
            <a:ext cx="1117810" cy="198935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Social Media</a:t>
            </a:r>
          </a:p>
        </p:txBody>
      </p:sp>
      <p:pic>
        <p:nvPicPr>
          <p:cNvPr id="221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286" y="4006497"/>
            <a:ext cx="161261" cy="16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" name="Rectangle 221"/>
          <p:cNvSpPr/>
          <p:nvPr/>
        </p:nvSpPr>
        <p:spPr>
          <a:xfrm>
            <a:off x="10204074" y="3977444"/>
            <a:ext cx="473505" cy="180850"/>
          </a:xfrm>
          <a:prstGeom prst="rect">
            <a:avLst/>
          </a:prstGeom>
          <a:noFill/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Call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281970" y="4231769"/>
            <a:ext cx="1309359" cy="2822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Drag &amp; </a:t>
            </a:r>
            <a:r>
              <a:rPr lang="en-US" sz="1000" b="1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Drop icons 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Honeywell Sans" charset="0"/>
              <a:ea typeface="Honeywell Sans" charset="0"/>
              <a:cs typeface="Honeywell Sans" charset="0"/>
            </a:endParaRPr>
          </a:p>
        </p:txBody>
      </p:sp>
      <p:pic>
        <p:nvPicPr>
          <p:cNvPr id="224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747" y="4293281"/>
            <a:ext cx="152162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940" y="4293280"/>
            <a:ext cx="15220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939" y="4293281"/>
            <a:ext cx="152162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492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8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58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0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0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029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1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112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2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853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3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782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4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1890" y="4293281"/>
            <a:ext cx="151142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" name="Picture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459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" name="Picture 2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25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7" name="Picture 2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35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8" name="Picture 2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807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" name="Picture 2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021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0" name="Picture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721" y="4293281"/>
            <a:ext cx="151141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12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25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2" name="Picture 12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270" y="4293280"/>
            <a:ext cx="150085" cy="15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" name="Rectangle 243"/>
          <p:cNvSpPr/>
          <p:nvPr/>
        </p:nvSpPr>
        <p:spPr>
          <a:xfrm>
            <a:off x="3594116" y="4230193"/>
            <a:ext cx="7896851" cy="282273"/>
          </a:xfrm>
          <a:prstGeom prst="rect">
            <a:avLst/>
          </a:prstGeom>
          <a:noFill/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endParaRPr lang="en-US"/>
          </a:p>
        </p:txBody>
      </p:sp>
      <p:sp>
        <p:nvSpPr>
          <p:cNvPr id="255" name="Rectangle 254"/>
          <p:cNvSpPr/>
          <p:nvPr/>
        </p:nvSpPr>
        <p:spPr>
          <a:xfrm>
            <a:off x="470372" y="4642895"/>
            <a:ext cx="1801368" cy="848855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PAIN POINTS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70372" y="5494138"/>
            <a:ext cx="1801368" cy="860625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RECOMMENDATIONS / OPPORTUNITIES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75559" y="4648498"/>
            <a:ext cx="11015408" cy="856178"/>
          </a:xfrm>
          <a:prstGeom prst="rect">
            <a:avLst/>
          </a:prstGeom>
          <a:noFill/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endParaRPr lang="en-US"/>
          </a:p>
        </p:txBody>
      </p:sp>
      <p:sp>
        <p:nvSpPr>
          <p:cNvPr id="259" name="Rectangle 258"/>
          <p:cNvSpPr/>
          <p:nvPr/>
        </p:nvSpPr>
        <p:spPr>
          <a:xfrm>
            <a:off x="475559" y="5497351"/>
            <a:ext cx="11015408" cy="833131"/>
          </a:xfrm>
          <a:prstGeom prst="rect">
            <a:avLst/>
          </a:prstGeom>
          <a:noFill/>
          <a:ln w="9525" cmpd="sng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>
              <a:defRPr/>
            </a:pPr>
            <a:endParaRPr lang="en-US"/>
          </a:p>
        </p:txBody>
      </p:sp>
      <p:cxnSp>
        <p:nvCxnSpPr>
          <p:cNvPr id="261" name="Straight Connector 260"/>
          <p:cNvCxnSpPr/>
          <p:nvPr/>
        </p:nvCxnSpPr>
        <p:spPr>
          <a:xfrm>
            <a:off x="2288976" y="1070813"/>
            <a:ext cx="0" cy="2857300"/>
          </a:xfrm>
          <a:prstGeom prst="line">
            <a:avLst/>
          </a:prstGeom>
          <a:ln w="127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/>
          <p:nvPr/>
        </p:nvCxnSpPr>
        <p:spPr>
          <a:xfrm>
            <a:off x="4412739" y="4642895"/>
            <a:ext cx="0" cy="1687587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/>
          <p:cNvCxnSpPr/>
          <p:nvPr/>
        </p:nvCxnSpPr>
        <p:spPr>
          <a:xfrm>
            <a:off x="6705089" y="4642895"/>
            <a:ext cx="0" cy="1687587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/>
          <p:cNvCxnSpPr/>
          <p:nvPr/>
        </p:nvCxnSpPr>
        <p:spPr>
          <a:xfrm>
            <a:off x="9105390" y="4642895"/>
            <a:ext cx="0" cy="1711868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ectangle 271"/>
          <p:cNvSpPr/>
          <p:nvPr/>
        </p:nvSpPr>
        <p:spPr>
          <a:xfrm>
            <a:off x="2416872" y="4785743"/>
            <a:ext cx="174278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Write pain points here</a:t>
            </a:r>
          </a:p>
          <a:p>
            <a:pPr marL="228600" indent="-228600">
              <a:buFontTx/>
              <a:buAutoNum type="arabicPeriod"/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Write pain points here</a:t>
            </a:r>
          </a:p>
          <a:p>
            <a:pPr marL="228600" indent="-228600">
              <a:buFontTx/>
              <a:buAutoNum type="arabicPeriod"/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Write pain points here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4655357" y="4977767"/>
            <a:ext cx="16514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4. Write pain points here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7069940" y="4877183"/>
            <a:ext cx="16514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5. Write pain points here</a:t>
            </a:r>
          </a:p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6. Write pain points here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9492184" y="4959479"/>
            <a:ext cx="16514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7. Write pain points here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4655357" y="5842156"/>
            <a:ext cx="17684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2. Recommendations here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426393" y="5794468"/>
            <a:ext cx="18598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Recommendations here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7089126" y="5842156"/>
            <a:ext cx="17684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3. Recommendations here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9409888" y="5842156"/>
            <a:ext cx="17684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4. Recommendations here</a:t>
            </a:r>
          </a:p>
        </p:txBody>
      </p:sp>
    </p:spTree>
    <p:extLst>
      <p:ext uri="{BB962C8B-B14F-4D97-AF65-F5344CB8AC3E}">
        <p14:creationId xmlns:p14="http://schemas.microsoft.com/office/powerpoint/2010/main" val="10266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b="0" dirty="0">
                <a:latin typeface="Honeywell Sans Medium" charset="0"/>
                <a:ea typeface="Honeywell Sans Medium" charset="0"/>
                <a:cs typeface="Honeywell Sans Medium" charset="0"/>
              </a:rPr>
              <a:t>The End</a:t>
            </a:r>
            <a:endParaRPr lang="en-US" sz="1800" b="0" dirty="0">
              <a:solidFill>
                <a:srgbClr val="00B0F0"/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4184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HUE Overview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E93590D-DE32-7E41-83F0-9F0A8EFB44B5}"/>
    </a:ext>
  </a:extLst>
</a:theme>
</file>

<file path=ppt/theme/theme2.xml><?xml version="1.0" encoding="utf-8"?>
<a:theme xmlns:a="http://schemas.openxmlformats.org/drawingml/2006/main" name="Honeywell Single Image Cover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8B3562B-CF69-AB42-A5A2-1E0A29CED889}"/>
    </a:ext>
  </a:extLst>
</a:theme>
</file>

<file path=ppt/theme/theme3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622A9A6-0BFA-C441-BD7B-7CE6A044E240}"/>
    </a:ext>
  </a:extLst>
</a:theme>
</file>

<file path=ppt/theme/theme4.xml><?xml version="1.0" encoding="utf-8"?>
<a:theme xmlns:a="http://schemas.openxmlformats.org/drawingml/2006/main" name="1_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3ED0FC25-E379-3149-BA08-294511981F51}"/>
    </a:ext>
  </a:extLst>
</a:theme>
</file>

<file path=ppt/theme/theme5.xml><?xml version="1.0" encoding="utf-8"?>
<a:theme xmlns:a="http://schemas.openxmlformats.org/drawingml/2006/main" name="1_Honeywell Single Image Cover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8E944E06-72BD-0440-A1D1-44F548CF8B9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E8F43E-CFC2-40F4-9910-479F1E85DF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77426-1D77-4EFB-B539-82DA60E927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DCCEBD-EE8F-470B-9B67-A2A4AC03A5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Honeywell Widescreen</Template>
  <TotalTime>3881</TotalTime>
  <Words>120</Words>
  <Application>Microsoft Office PowerPoint</Application>
  <PresentationFormat>Widescreen</PresentationFormat>
  <Paragraphs>50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HUE Overview</vt:lpstr>
      <vt:lpstr>Honeywell Single Image Cover</vt:lpstr>
      <vt:lpstr>Honeywell Theme</vt:lpstr>
      <vt:lpstr>1_Honeywell Theme</vt:lpstr>
      <vt:lpstr>1_Honeywell Single Image Cover</vt:lpstr>
      <vt:lpstr>PowerPoint Presentation</vt:lpstr>
      <vt:lpstr>Experience Diagramming Template</vt:lpstr>
      <vt:lpstr>The End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Dungey, David</dc:creator>
  <cp:lastModifiedBy>Komischke, Tobias</cp:lastModifiedBy>
  <cp:revision>134</cp:revision>
  <cp:lastPrinted>2015-07-29T21:30:37Z</cp:lastPrinted>
  <dcterms:created xsi:type="dcterms:W3CDTF">2016-03-25T02:45:32Z</dcterms:created>
  <dcterms:modified xsi:type="dcterms:W3CDTF">2018-07-11T17:41:15Z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  <property fmtid="{D5CDD505-2E9C-101B-9397-08002B2CF9AE}" pid="3" name="Source">
    <vt:lpwstr>8f9874da50388e0acb1f5bab1b4b753b</vt:lpwstr>
  </property>
</Properties>
</file>